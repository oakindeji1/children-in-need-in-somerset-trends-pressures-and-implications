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98" r:id="rId4"/>
  </p:sldMasterIdLst>
  <p:notesMasterIdLst>
    <p:notesMasterId r:id="rId12"/>
  </p:notesMasterIdLst>
  <p:handoutMasterIdLst>
    <p:handoutMasterId r:id="rId13"/>
  </p:handoutMasterIdLst>
  <p:sldIdLst>
    <p:sldId id="258" r:id="rId5"/>
    <p:sldId id="265" r:id="rId6"/>
    <p:sldId id="272" r:id="rId7"/>
    <p:sldId id="282" r:id="rId8"/>
    <p:sldId id="302" r:id="rId9"/>
    <p:sldId id="300" r:id="rId10"/>
    <p:sldId id="299" r:id="rId11"/>
  </p:sldIdLst>
  <p:sldSz cx="12192000" cy="6858000"/>
  <p:notesSz cx="6858000" cy="9144000"/>
  <p:embeddedFontLst>
    <p:embeddedFont>
      <p:font typeface="Century Gothic" panose="020B0502020202020204" pitchFamily="34" charset="0"/>
      <p:regular r:id="rId14"/>
      <p:bold r:id="rId15"/>
      <p:italic r:id="rId16"/>
      <p:boldItalic r:id="rId17"/>
    </p:embeddedFont>
    <p:embeddedFont>
      <p:font typeface="Wingdings 3" panose="05040102010807070707" pitchFamily="18" charset="2"/>
      <p:regular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08" autoAdjust="0"/>
    <p:restoredTop sz="94249" autoAdjust="0"/>
  </p:normalViewPr>
  <p:slideViewPr>
    <p:cSldViewPr snapToGrid="0">
      <p:cViewPr varScale="1">
        <p:scale>
          <a:sx n="105" d="100"/>
          <a:sy n="105" d="100"/>
        </p:scale>
        <p:origin x="618" y="126"/>
      </p:cViewPr>
      <p:guideLst/>
    </p:cSldViewPr>
  </p:slideViewPr>
  <p:outlineViewPr>
    <p:cViewPr>
      <p:scale>
        <a:sx n="33" d="100"/>
        <a:sy n="33" d="100"/>
      </p:scale>
      <p:origin x="0" y="-3354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3187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2DC753-BF44-4BA6-8FD9-60A0504D8944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8C3F3BD6-13CA-4C8C-954B-970C1FF7B112}">
      <dgm:prSet phldrT="[Text]" phldr="0"/>
      <dgm:spPr/>
      <dgm:t>
        <a:bodyPr/>
        <a:lstStyle/>
        <a:p>
          <a:r>
            <a:rPr lang="en-GB" dirty="0"/>
            <a:t>Extract and Cleaning with Python</a:t>
          </a:r>
        </a:p>
      </dgm:t>
    </dgm:pt>
    <dgm:pt modelId="{1A20E2A3-6F93-43EE-A2C5-347830D9B991}" type="parTrans" cxnId="{51E39AE9-221D-47F4-9EDF-C8E1F77787FB}">
      <dgm:prSet/>
      <dgm:spPr/>
      <dgm:t>
        <a:bodyPr/>
        <a:lstStyle/>
        <a:p>
          <a:endParaRPr lang="en-GB"/>
        </a:p>
      </dgm:t>
    </dgm:pt>
    <dgm:pt modelId="{295B7E67-BCA5-4328-910C-62186E1A3568}" type="sibTrans" cxnId="{51E39AE9-221D-47F4-9EDF-C8E1F77787FB}">
      <dgm:prSet/>
      <dgm:spPr/>
      <dgm:t>
        <a:bodyPr/>
        <a:lstStyle/>
        <a:p>
          <a:endParaRPr lang="en-GB"/>
        </a:p>
      </dgm:t>
    </dgm:pt>
    <dgm:pt modelId="{3EEB6ACC-70F0-4343-9689-41294778C495}">
      <dgm:prSet phldrT="[Text]" phldr="0"/>
      <dgm:spPr/>
      <dgm:t>
        <a:bodyPr/>
        <a:lstStyle/>
        <a:p>
          <a:r>
            <a:rPr lang="en-GB" dirty="0"/>
            <a:t>Database Design with SQL(Loading Data)</a:t>
          </a:r>
        </a:p>
      </dgm:t>
    </dgm:pt>
    <dgm:pt modelId="{01F04F1A-F101-43C4-93B5-D4651E792854}" type="parTrans" cxnId="{466D7E40-8DC8-40F0-BA46-0A804CDC1679}">
      <dgm:prSet/>
      <dgm:spPr/>
      <dgm:t>
        <a:bodyPr/>
        <a:lstStyle/>
        <a:p>
          <a:endParaRPr lang="en-GB"/>
        </a:p>
      </dgm:t>
    </dgm:pt>
    <dgm:pt modelId="{25E881E7-2DCC-4DB6-927E-A77DC43112B3}" type="sibTrans" cxnId="{466D7E40-8DC8-40F0-BA46-0A804CDC1679}">
      <dgm:prSet/>
      <dgm:spPr/>
      <dgm:t>
        <a:bodyPr/>
        <a:lstStyle/>
        <a:p>
          <a:endParaRPr lang="en-GB"/>
        </a:p>
      </dgm:t>
    </dgm:pt>
    <dgm:pt modelId="{984776A7-F748-4A68-BC14-FD4B9DA3EC31}">
      <dgm:prSet phldrT="[Text]" phldr="0"/>
      <dgm:spPr/>
      <dgm:t>
        <a:bodyPr/>
        <a:lstStyle/>
        <a:p>
          <a:r>
            <a:rPr lang="en-GB" dirty="0"/>
            <a:t>Transformation with Power BI</a:t>
          </a:r>
        </a:p>
      </dgm:t>
    </dgm:pt>
    <dgm:pt modelId="{513CAC39-A767-4A8F-A0B0-FC356E1D392E}" type="parTrans" cxnId="{B809FC03-AAAC-4B62-88D6-FFBA9277144F}">
      <dgm:prSet/>
      <dgm:spPr/>
      <dgm:t>
        <a:bodyPr/>
        <a:lstStyle/>
        <a:p>
          <a:endParaRPr lang="en-GB"/>
        </a:p>
      </dgm:t>
    </dgm:pt>
    <dgm:pt modelId="{A200C3B0-E839-437C-94D6-A2E226112BE5}" type="sibTrans" cxnId="{B809FC03-AAAC-4B62-88D6-FFBA9277144F}">
      <dgm:prSet/>
      <dgm:spPr/>
      <dgm:t>
        <a:bodyPr/>
        <a:lstStyle/>
        <a:p>
          <a:endParaRPr lang="en-GB"/>
        </a:p>
      </dgm:t>
    </dgm:pt>
    <dgm:pt modelId="{BD16D41D-5F4C-46C9-BA19-C2A7B0C3610B}" type="pres">
      <dgm:prSet presAssocID="{142DC753-BF44-4BA6-8FD9-60A0504D8944}" presName="outerComposite" presStyleCnt="0">
        <dgm:presLayoutVars>
          <dgm:chMax val="5"/>
          <dgm:dir/>
          <dgm:resizeHandles val="exact"/>
        </dgm:presLayoutVars>
      </dgm:prSet>
      <dgm:spPr/>
    </dgm:pt>
    <dgm:pt modelId="{8EB7613F-A336-4528-985D-4A36BB6E4CDF}" type="pres">
      <dgm:prSet presAssocID="{142DC753-BF44-4BA6-8FD9-60A0504D8944}" presName="dummyMaxCanvas" presStyleCnt="0">
        <dgm:presLayoutVars/>
      </dgm:prSet>
      <dgm:spPr/>
    </dgm:pt>
    <dgm:pt modelId="{FBA1220E-3D47-4BFC-A92B-869803F8E79F}" type="pres">
      <dgm:prSet presAssocID="{142DC753-BF44-4BA6-8FD9-60A0504D8944}" presName="ThreeNodes_1" presStyleLbl="node1" presStyleIdx="0" presStyleCnt="3">
        <dgm:presLayoutVars>
          <dgm:bulletEnabled val="1"/>
        </dgm:presLayoutVars>
      </dgm:prSet>
      <dgm:spPr/>
    </dgm:pt>
    <dgm:pt modelId="{F96C6BAB-33E3-4211-AF6B-14DC2FEEFA2F}" type="pres">
      <dgm:prSet presAssocID="{142DC753-BF44-4BA6-8FD9-60A0504D8944}" presName="ThreeNodes_2" presStyleLbl="node1" presStyleIdx="1" presStyleCnt="3">
        <dgm:presLayoutVars>
          <dgm:bulletEnabled val="1"/>
        </dgm:presLayoutVars>
      </dgm:prSet>
      <dgm:spPr/>
    </dgm:pt>
    <dgm:pt modelId="{D88172BD-28C7-4054-887E-69B5D20408BE}" type="pres">
      <dgm:prSet presAssocID="{142DC753-BF44-4BA6-8FD9-60A0504D8944}" presName="ThreeNodes_3" presStyleLbl="node1" presStyleIdx="2" presStyleCnt="3">
        <dgm:presLayoutVars>
          <dgm:bulletEnabled val="1"/>
        </dgm:presLayoutVars>
      </dgm:prSet>
      <dgm:spPr/>
    </dgm:pt>
    <dgm:pt modelId="{2E4EA8F6-4C13-4F4D-B886-5A860A662FE9}" type="pres">
      <dgm:prSet presAssocID="{142DC753-BF44-4BA6-8FD9-60A0504D8944}" presName="ThreeConn_1-2" presStyleLbl="fgAccFollowNode1" presStyleIdx="0" presStyleCnt="2">
        <dgm:presLayoutVars>
          <dgm:bulletEnabled val="1"/>
        </dgm:presLayoutVars>
      </dgm:prSet>
      <dgm:spPr/>
    </dgm:pt>
    <dgm:pt modelId="{77D0A1EA-A48E-4DCA-AB5D-E33A16B3C0FD}" type="pres">
      <dgm:prSet presAssocID="{142DC753-BF44-4BA6-8FD9-60A0504D8944}" presName="ThreeConn_2-3" presStyleLbl="fgAccFollowNode1" presStyleIdx="1" presStyleCnt="2">
        <dgm:presLayoutVars>
          <dgm:bulletEnabled val="1"/>
        </dgm:presLayoutVars>
      </dgm:prSet>
      <dgm:spPr/>
    </dgm:pt>
    <dgm:pt modelId="{7E29B087-E195-4E4D-8181-A4BCBCC7038A}" type="pres">
      <dgm:prSet presAssocID="{142DC753-BF44-4BA6-8FD9-60A0504D8944}" presName="ThreeNodes_1_text" presStyleLbl="node1" presStyleIdx="2" presStyleCnt="3">
        <dgm:presLayoutVars>
          <dgm:bulletEnabled val="1"/>
        </dgm:presLayoutVars>
      </dgm:prSet>
      <dgm:spPr/>
    </dgm:pt>
    <dgm:pt modelId="{BE50FE5B-D9DC-4E6B-894B-827E89C99B8F}" type="pres">
      <dgm:prSet presAssocID="{142DC753-BF44-4BA6-8FD9-60A0504D8944}" presName="ThreeNodes_2_text" presStyleLbl="node1" presStyleIdx="2" presStyleCnt="3">
        <dgm:presLayoutVars>
          <dgm:bulletEnabled val="1"/>
        </dgm:presLayoutVars>
      </dgm:prSet>
      <dgm:spPr/>
    </dgm:pt>
    <dgm:pt modelId="{01021FF5-F168-4D0A-A036-110FE499816B}" type="pres">
      <dgm:prSet presAssocID="{142DC753-BF44-4BA6-8FD9-60A0504D8944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B809FC03-AAAC-4B62-88D6-FFBA9277144F}" srcId="{142DC753-BF44-4BA6-8FD9-60A0504D8944}" destId="{984776A7-F748-4A68-BC14-FD4B9DA3EC31}" srcOrd="2" destOrd="0" parTransId="{513CAC39-A767-4A8F-A0B0-FC356E1D392E}" sibTransId="{A200C3B0-E839-437C-94D6-A2E226112BE5}"/>
    <dgm:cxn modelId="{BCA15428-8DF7-4508-944B-D877564E59B3}" type="presOf" srcId="{8C3F3BD6-13CA-4C8C-954B-970C1FF7B112}" destId="{7E29B087-E195-4E4D-8181-A4BCBCC7038A}" srcOrd="1" destOrd="0" presId="urn:microsoft.com/office/officeart/2005/8/layout/vProcess5"/>
    <dgm:cxn modelId="{F3D3BE34-0924-49A6-B1F2-2C57FB78E332}" type="presOf" srcId="{984776A7-F748-4A68-BC14-FD4B9DA3EC31}" destId="{01021FF5-F168-4D0A-A036-110FE499816B}" srcOrd="1" destOrd="0" presId="urn:microsoft.com/office/officeart/2005/8/layout/vProcess5"/>
    <dgm:cxn modelId="{466D7E40-8DC8-40F0-BA46-0A804CDC1679}" srcId="{142DC753-BF44-4BA6-8FD9-60A0504D8944}" destId="{3EEB6ACC-70F0-4343-9689-41294778C495}" srcOrd="1" destOrd="0" parTransId="{01F04F1A-F101-43C4-93B5-D4651E792854}" sibTransId="{25E881E7-2DCC-4DB6-927E-A77DC43112B3}"/>
    <dgm:cxn modelId="{0636E05F-BC6D-4D91-8344-D2324B4FEE89}" type="presOf" srcId="{25E881E7-2DCC-4DB6-927E-A77DC43112B3}" destId="{77D0A1EA-A48E-4DCA-AB5D-E33A16B3C0FD}" srcOrd="0" destOrd="0" presId="urn:microsoft.com/office/officeart/2005/8/layout/vProcess5"/>
    <dgm:cxn modelId="{C7AC8F64-C2FE-45EC-A10B-965AE6479D49}" type="presOf" srcId="{142DC753-BF44-4BA6-8FD9-60A0504D8944}" destId="{BD16D41D-5F4C-46C9-BA19-C2A7B0C3610B}" srcOrd="0" destOrd="0" presId="urn:microsoft.com/office/officeart/2005/8/layout/vProcess5"/>
    <dgm:cxn modelId="{0B2E8069-F5EB-40EC-9F1C-DF44B4B5F158}" type="presOf" srcId="{8C3F3BD6-13CA-4C8C-954B-970C1FF7B112}" destId="{FBA1220E-3D47-4BFC-A92B-869803F8E79F}" srcOrd="0" destOrd="0" presId="urn:microsoft.com/office/officeart/2005/8/layout/vProcess5"/>
    <dgm:cxn modelId="{BD023B6B-86E1-4657-AF2B-AE1C1DC9AFDE}" type="presOf" srcId="{3EEB6ACC-70F0-4343-9689-41294778C495}" destId="{F96C6BAB-33E3-4211-AF6B-14DC2FEEFA2F}" srcOrd="0" destOrd="0" presId="urn:microsoft.com/office/officeart/2005/8/layout/vProcess5"/>
    <dgm:cxn modelId="{87AF9A7D-7B17-43E8-A69D-3F6BF8B94F0C}" type="presOf" srcId="{984776A7-F748-4A68-BC14-FD4B9DA3EC31}" destId="{D88172BD-28C7-4054-887E-69B5D20408BE}" srcOrd="0" destOrd="0" presId="urn:microsoft.com/office/officeart/2005/8/layout/vProcess5"/>
    <dgm:cxn modelId="{BAD7E7AC-C8F4-42B0-9C88-5D716D40727A}" type="presOf" srcId="{3EEB6ACC-70F0-4343-9689-41294778C495}" destId="{BE50FE5B-D9DC-4E6B-894B-827E89C99B8F}" srcOrd="1" destOrd="0" presId="urn:microsoft.com/office/officeart/2005/8/layout/vProcess5"/>
    <dgm:cxn modelId="{15E8CDDD-BA67-4CD6-9A87-8AD8C7F1B5E6}" type="presOf" srcId="{295B7E67-BCA5-4328-910C-62186E1A3568}" destId="{2E4EA8F6-4C13-4F4D-B886-5A860A662FE9}" srcOrd="0" destOrd="0" presId="urn:microsoft.com/office/officeart/2005/8/layout/vProcess5"/>
    <dgm:cxn modelId="{51E39AE9-221D-47F4-9EDF-C8E1F77787FB}" srcId="{142DC753-BF44-4BA6-8FD9-60A0504D8944}" destId="{8C3F3BD6-13CA-4C8C-954B-970C1FF7B112}" srcOrd="0" destOrd="0" parTransId="{1A20E2A3-6F93-43EE-A2C5-347830D9B991}" sibTransId="{295B7E67-BCA5-4328-910C-62186E1A3568}"/>
    <dgm:cxn modelId="{FC2D49F2-9D0A-43CE-AC5F-66DF020EE11A}" type="presParOf" srcId="{BD16D41D-5F4C-46C9-BA19-C2A7B0C3610B}" destId="{8EB7613F-A336-4528-985D-4A36BB6E4CDF}" srcOrd="0" destOrd="0" presId="urn:microsoft.com/office/officeart/2005/8/layout/vProcess5"/>
    <dgm:cxn modelId="{F06DFA9C-D999-47F3-AAD5-9A535C573987}" type="presParOf" srcId="{BD16D41D-5F4C-46C9-BA19-C2A7B0C3610B}" destId="{FBA1220E-3D47-4BFC-A92B-869803F8E79F}" srcOrd="1" destOrd="0" presId="urn:microsoft.com/office/officeart/2005/8/layout/vProcess5"/>
    <dgm:cxn modelId="{B0B6F2E8-63D3-49FC-B538-2E7AB6BCF921}" type="presParOf" srcId="{BD16D41D-5F4C-46C9-BA19-C2A7B0C3610B}" destId="{F96C6BAB-33E3-4211-AF6B-14DC2FEEFA2F}" srcOrd="2" destOrd="0" presId="urn:microsoft.com/office/officeart/2005/8/layout/vProcess5"/>
    <dgm:cxn modelId="{ECF269D6-700F-482F-BA3D-69D968841611}" type="presParOf" srcId="{BD16D41D-5F4C-46C9-BA19-C2A7B0C3610B}" destId="{D88172BD-28C7-4054-887E-69B5D20408BE}" srcOrd="3" destOrd="0" presId="urn:microsoft.com/office/officeart/2005/8/layout/vProcess5"/>
    <dgm:cxn modelId="{929472E8-FD2A-4BF1-821B-78A348E20927}" type="presParOf" srcId="{BD16D41D-5F4C-46C9-BA19-C2A7B0C3610B}" destId="{2E4EA8F6-4C13-4F4D-B886-5A860A662FE9}" srcOrd="4" destOrd="0" presId="urn:microsoft.com/office/officeart/2005/8/layout/vProcess5"/>
    <dgm:cxn modelId="{FA2D0D41-5DC1-4CA0-BC98-E75A5720F8C3}" type="presParOf" srcId="{BD16D41D-5F4C-46C9-BA19-C2A7B0C3610B}" destId="{77D0A1EA-A48E-4DCA-AB5D-E33A16B3C0FD}" srcOrd="5" destOrd="0" presId="urn:microsoft.com/office/officeart/2005/8/layout/vProcess5"/>
    <dgm:cxn modelId="{0FC5D573-9C03-466B-A6E0-A42C41782EDB}" type="presParOf" srcId="{BD16D41D-5F4C-46C9-BA19-C2A7B0C3610B}" destId="{7E29B087-E195-4E4D-8181-A4BCBCC7038A}" srcOrd="6" destOrd="0" presId="urn:microsoft.com/office/officeart/2005/8/layout/vProcess5"/>
    <dgm:cxn modelId="{A1C4D3E3-65DE-46DC-BED4-BF585C3D1F56}" type="presParOf" srcId="{BD16D41D-5F4C-46C9-BA19-C2A7B0C3610B}" destId="{BE50FE5B-D9DC-4E6B-894B-827E89C99B8F}" srcOrd="7" destOrd="0" presId="urn:microsoft.com/office/officeart/2005/8/layout/vProcess5"/>
    <dgm:cxn modelId="{0F463C60-71BD-471E-BB59-F6506F86A482}" type="presParOf" srcId="{BD16D41D-5F4C-46C9-BA19-C2A7B0C3610B}" destId="{01021FF5-F168-4D0A-A036-110FE499816B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A1220E-3D47-4BFC-A92B-869803F8E79F}">
      <dsp:nvSpPr>
        <dsp:cNvPr id="0" name=""/>
        <dsp:cNvSpPr/>
      </dsp:nvSpPr>
      <dsp:spPr>
        <a:xfrm>
          <a:off x="0" y="0"/>
          <a:ext cx="3605799" cy="18432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Extract and Cleaning with Python</a:t>
          </a:r>
        </a:p>
      </dsp:txBody>
      <dsp:txXfrm>
        <a:off x="50517" y="50517"/>
        <a:ext cx="1623739" cy="1742205"/>
      </dsp:txXfrm>
    </dsp:sp>
    <dsp:sp modelId="{F96C6BAB-33E3-4211-AF6B-14DC2FEEFA2F}">
      <dsp:nvSpPr>
        <dsp:cNvPr id="0" name=""/>
        <dsp:cNvSpPr/>
      </dsp:nvSpPr>
      <dsp:spPr>
        <a:xfrm>
          <a:off x="318158" y="2150446"/>
          <a:ext cx="3605799" cy="18432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Database Design with SQL(Loading Data)</a:t>
          </a:r>
        </a:p>
      </dsp:txBody>
      <dsp:txXfrm>
        <a:off x="372145" y="2204433"/>
        <a:ext cx="1981560" cy="1735265"/>
      </dsp:txXfrm>
    </dsp:sp>
    <dsp:sp modelId="{D88172BD-28C7-4054-887E-69B5D20408BE}">
      <dsp:nvSpPr>
        <dsp:cNvPr id="0" name=""/>
        <dsp:cNvSpPr/>
      </dsp:nvSpPr>
      <dsp:spPr>
        <a:xfrm>
          <a:off x="636317" y="4300893"/>
          <a:ext cx="3605799" cy="18432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Transformation with Power BI</a:t>
          </a:r>
        </a:p>
      </dsp:txBody>
      <dsp:txXfrm>
        <a:off x="690304" y="4354880"/>
        <a:ext cx="1981560" cy="1735265"/>
      </dsp:txXfrm>
    </dsp:sp>
    <dsp:sp modelId="{2E4EA8F6-4C13-4F4D-B886-5A860A662FE9}">
      <dsp:nvSpPr>
        <dsp:cNvPr id="0" name=""/>
        <dsp:cNvSpPr/>
      </dsp:nvSpPr>
      <dsp:spPr>
        <a:xfrm>
          <a:off x="2407693" y="1397790"/>
          <a:ext cx="1198105" cy="119810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600" kern="1200"/>
        </a:p>
      </dsp:txBody>
      <dsp:txXfrm>
        <a:off x="2677267" y="1397790"/>
        <a:ext cx="658957" cy="901574"/>
      </dsp:txXfrm>
    </dsp:sp>
    <dsp:sp modelId="{77D0A1EA-A48E-4DCA-AB5D-E33A16B3C0FD}">
      <dsp:nvSpPr>
        <dsp:cNvPr id="0" name=""/>
        <dsp:cNvSpPr/>
      </dsp:nvSpPr>
      <dsp:spPr>
        <a:xfrm>
          <a:off x="2725852" y="3535948"/>
          <a:ext cx="1198105" cy="119810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600" kern="1200"/>
        </a:p>
      </dsp:txBody>
      <dsp:txXfrm>
        <a:off x="2995426" y="3535948"/>
        <a:ext cx="658957" cy="9015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FA9168-1AA0-4330-93C8-8A2BC786DA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5761D6-F269-4E92-99D5-40AC843D869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8C0DD2-AAFF-40FB-B1D5-B76D6B9F63F5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2D8426-202C-4385-BEF1-8D0C15BC743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F91F5F-CE2D-4C59-9BE8-D5C9660BC8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82E420-31C0-4FAB-9C47-370244A3A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3939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EAA7A3-4278-43C6-8774-F62FA0274339}" type="datetimeFigureOut">
              <a:rPr lang="en-US" smtClean="0"/>
              <a:t>1/20/2026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BDF500-FE05-4D50-AB42-37EDEB80A6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920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F88F2-B164-4B6F-A4D1-FF377EA65B7F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5780994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F88F2-B164-4B6F-A4D1-FF377EA65B7F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581127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F88F2-B164-4B6F-A4D1-FF377EA65B7F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148275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F88F2-B164-4B6F-A4D1-FF377EA65B7F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365376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F88F2-B164-4B6F-A4D1-FF377EA65B7F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941892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F88F2-B164-4B6F-A4D1-FF377EA65B7F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288786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F88F2-B164-4B6F-A4D1-FF377EA65B7F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757217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F88F2-B164-4B6F-A4D1-FF377EA65B7F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70682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F88F2-B164-4B6F-A4D1-FF377EA65B7F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301123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F88F2-B164-4B6F-A4D1-FF377EA65B7F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253955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F88F2-B164-4B6F-A4D1-FF377EA65B7F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56397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F88F2-B164-4B6F-A4D1-FF377EA65B7F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5047552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F88F2-B164-4B6F-A4D1-FF377EA65B7F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303818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F88F2-B164-4B6F-A4D1-FF377EA65B7F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84980663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F88F2-B164-4B6F-A4D1-FF377EA65B7F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129564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F88F2-B164-4B6F-A4D1-FF377EA65B7F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875857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F88F2-B164-4B6F-A4D1-FF377EA65B7F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784109"/>
      </p:ext>
    </p:extLst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E6F6CA0-765E-484B-B9C2-16E6A4F4986D}"/>
              </a:ext>
            </a:extLst>
          </p:cNvPr>
          <p:cNvSpPr/>
          <p:nvPr userDrawn="1"/>
        </p:nvSpPr>
        <p:spPr>
          <a:xfrm>
            <a:off x="0" y="4251158"/>
            <a:ext cx="12192000" cy="2606842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12758" y="4700582"/>
            <a:ext cx="8807116" cy="915873"/>
          </a:xfrm>
        </p:spPr>
        <p:txBody>
          <a:bodyPr anchor="b">
            <a:normAutofit/>
          </a:bodyPr>
          <a:lstStyle>
            <a:lvl1pPr algn="l">
              <a:defRPr sz="55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30698B-AFFB-41C1-AFEB-59EFD03662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12758" y="5949257"/>
            <a:ext cx="9144000" cy="601840"/>
          </a:xfrm>
        </p:spPr>
        <p:txBody>
          <a:bodyPr>
            <a:normAutofit/>
          </a:bodyPr>
          <a:lstStyle>
            <a:lvl1pPr marL="0" indent="0" algn="l">
              <a:buNone/>
              <a:defRPr sz="30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Lorem Ipsum Dolor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87B92-5889-454A-83C8-E0DE513D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03798-9F8A-4555-A128-691FDFB38DA9}" type="datetime1">
              <a:rPr lang="en-US" noProof="0" smtClean="0"/>
              <a:t>1/20/2026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3F66A-C669-4D83-A278-F325DE2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F6560-92FA-4E92-B73B-21E2BA8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AFD9A3-66C4-4954-8678-720CFA24D244}"/>
              </a:ext>
            </a:extLst>
          </p:cNvPr>
          <p:cNvSpPr/>
          <p:nvPr userDrawn="1"/>
        </p:nvSpPr>
        <p:spPr>
          <a:xfrm>
            <a:off x="1379621" y="4878000"/>
            <a:ext cx="144000" cy="19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240730-69E4-4798-8578-D648F7A2C4C9}"/>
              </a:ext>
            </a:extLst>
          </p:cNvPr>
          <p:cNvCxnSpPr/>
          <p:nvPr userDrawn="1"/>
        </p:nvCxnSpPr>
        <p:spPr>
          <a:xfrm>
            <a:off x="1957137" y="5794209"/>
            <a:ext cx="930442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F632EEF-732A-4DE7-BC5A-A86C31DB6F5A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0391274" y="685801"/>
            <a:ext cx="1371600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54CE062-7CDB-4AB7-B86E-461B22E7F4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16048" y="1013969"/>
            <a:ext cx="1460500" cy="481013"/>
          </a:xfrm>
        </p:spPr>
        <p:txBody>
          <a:bodyPr/>
          <a:lstStyle>
            <a:lvl1pPr marL="0" indent="0" algn="r">
              <a:buNone/>
              <a:defRPr lang="en-US" sz="3000" b="1" i="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14359809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CC8FE21-4B79-46A0-A2D5-AA64AFC61971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519" y="1700327"/>
            <a:ext cx="4143555" cy="1536580"/>
          </a:xfr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</a:defRPr>
            </a:lvl1pPr>
          </a:lstStyle>
          <a:p>
            <a:r>
              <a:rPr lang="en-US" dirty="0"/>
              <a:t>CONTENT</a:t>
            </a:r>
            <a:br>
              <a:rPr lang="en-US" dirty="0"/>
            </a:br>
            <a:r>
              <a:rPr lang="en-US" dirty="0"/>
              <a:t>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8B931-E896-4471-A71A-819D3B682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4145" y="2138878"/>
            <a:ext cx="4361941" cy="31229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 i="0">
                <a:solidFill>
                  <a:schemeClr val="bg1"/>
                </a:solidFill>
              </a:defRPr>
            </a:lvl1pPr>
            <a:lvl2pPr marL="457200" indent="0">
              <a:buNone/>
              <a:defRPr sz="1800" i="1">
                <a:solidFill>
                  <a:schemeClr val="bg1"/>
                </a:solidFill>
              </a:defRPr>
            </a:lvl2pPr>
            <a:lvl3pPr marL="914400" indent="0">
              <a:buNone/>
              <a:defRPr sz="1600" i="1">
                <a:solidFill>
                  <a:schemeClr val="bg1"/>
                </a:solidFill>
              </a:defRPr>
            </a:lvl3pPr>
            <a:lvl4pPr marL="1371600" indent="0">
              <a:buNone/>
              <a:defRPr sz="1400" i="1">
                <a:solidFill>
                  <a:schemeClr val="bg1"/>
                </a:solidFill>
              </a:defRPr>
            </a:lvl4pPr>
            <a:lvl5pPr marL="1828800" indent="0">
              <a:buNone/>
              <a:defRPr sz="14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865D4-BE98-46E3-A6B7-4F34A5E5D254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1285167" y="1941196"/>
            <a:ext cx="72000" cy="93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D4EAA8-8E55-45C3-BD00-531D549BB77D}"/>
              </a:ext>
            </a:extLst>
          </p:cNvPr>
          <p:cNvCxnSpPr/>
          <p:nvPr userDrawn="1"/>
        </p:nvCxnSpPr>
        <p:spPr>
          <a:xfrm>
            <a:off x="1666741" y="3139153"/>
            <a:ext cx="63093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ubtitle 2">
            <a:extLst>
              <a:ext uri="{FF2B5EF4-FFF2-40B4-BE49-F238E27FC236}">
                <a16:creationId xmlns:a16="http://schemas.microsoft.com/office/drawing/2014/main" id="{126D1C29-9D03-4CB6-B17E-D7DC93295F21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1527519" y="3279799"/>
            <a:ext cx="4143555" cy="692595"/>
          </a:xfrm>
        </p:spPr>
        <p:txBody>
          <a:bodyPr>
            <a:normAutofit/>
          </a:bodyPr>
          <a:lstStyle>
            <a:lvl1pPr marL="0" indent="0" algn="l">
              <a:buNone/>
              <a:defRPr sz="2500" b="1" i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Slide Subtitle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B2A467A-5EC5-4E43-861E-F15D1E487F6D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2891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7A75830-97F6-4D74-A47F-8CD50EFD373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195AFA-7DE7-4BBC-AE6C-B5FAE8A371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72419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TWO CONTENT</a:t>
            </a:r>
            <a:br>
              <a:rPr lang="en-US" dirty="0"/>
            </a:br>
            <a:r>
              <a:rPr lang="en-US" dirty="0"/>
              <a:t>SLIDE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AFDAC-3A23-4F5B-B2BE-CDF8D1AFC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8800" y="2272009"/>
            <a:ext cx="5157787" cy="823912"/>
          </a:xfrm>
        </p:spPr>
        <p:txBody>
          <a:bodyPr anchor="b"/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BD9244-253B-4F61-9F15-81C783E03B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8800" y="3386142"/>
            <a:ext cx="5157787" cy="2773258"/>
          </a:xfrm>
        </p:spPr>
        <p:txBody>
          <a:bodyPr>
            <a:norm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A65450-4B24-4A6B-9987-1F3CF67B41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4744" y="2272009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3D5824-9ACF-4E5F-AC80-9ACD7B67F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55260-6F71-4500-AA56-E197C8A5E92E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F28EAD-9FFC-4EDD-96C6-CDAF179BA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D156D5-5DCA-446B-8C31-2251F7ECE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4CE474-0060-44FE-B47E-DA6AF06C369C}"/>
              </a:ext>
            </a:extLst>
          </p:cNvPr>
          <p:cNvSpPr/>
          <p:nvPr userDrawn="1"/>
        </p:nvSpPr>
        <p:spPr>
          <a:xfrm>
            <a:off x="687289" y="0"/>
            <a:ext cx="72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50FF488-85D0-4162-BF82-7F9DAA427094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726B73F3-1DAC-413E-B204-D9A6E14725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8574EA-1B80-4D53-A1C5-929097CBD6A1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2DDB37A-C70A-4701-A519-6A882408133A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EED813-3D7D-4166-A729-7E883823CD5E}"/>
              </a:ext>
            </a:extLst>
          </p:cNvPr>
          <p:cNvCxnSpPr/>
          <p:nvPr userDrawn="1"/>
        </p:nvCxnSpPr>
        <p:spPr>
          <a:xfrm>
            <a:off x="1068863" y="322696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1CC230C-5438-4284-8FAA-05E533A44A5C}"/>
              </a:ext>
            </a:extLst>
          </p:cNvPr>
          <p:cNvCxnSpPr/>
          <p:nvPr userDrawn="1"/>
        </p:nvCxnSpPr>
        <p:spPr>
          <a:xfrm>
            <a:off x="6412241" y="322696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ED988384-E3A4-482D-94EF-A8F8894AA50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310145" y="3386142"/>
            <a:ext cx="5157787" cy="2773258"/>
          </a:xfrm>
        </p:spPr>
        <p:txBody>
          <a:bodyPr>
            <a:norm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78282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9B2A5FC-034D-4F4C-833F-A3DDC66E3E6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2C5870-C68D-4A7D-82BB-410BAD394D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47005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CHART SLIDE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36F3ED-82D9-4642-A435-86170B891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FB07-8F96-4A12-BC7E-21F8E0954886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72C020-7618-45BB-AF25-CD2F3A57D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AFB5F8-C1DD-4F45-9C62-6669B3480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28A3A2-B6A3-4735-BBC9-E721BA710C9B}"/>
              </a:ext>
            </a:extLst>
          </p:cNvPr>
          <p:cNvSpPr/>
          <p:nvPr userDrawn="1"/>
        </p:nvSpPr>
        <p:spPr>
          <a:xfrm>
            <a:off x="687289" y="0"/>
            <a:ext cx="72000" cy="128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ADDF5A7-229B-4731-9A6F-9DE095F666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8800" y="2316979"/>
            <a:ext cx="5157787" cy="823912"/>
          </a:xfrm>
        </p:spPr>
        <p:txBody>
          <a:bodyPr anchor="b"/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131A72C0-870A-4F64-AE16-6B1FA2C61A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8800" y="3431112"/>
            <a:ext cx="5157787" cy="2773258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962AFC0-1C35-4CF7-B15A-4697383600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84" y="1402584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2A1EF39B-44B4-41E9-B813-11A664255B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84" y="2516716"/>
            <a:ext cx="5183188" cy="3687653"/>
          </a:xfrm>
        </p:spPr>
        <p:txBody>
          <a:bodyPr>
            <a:normAutofit/>
          </a:bodyPr>
          <a:lstStyle>
            <a:lvl1pPr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E13CA67-E267-486C-8B01-B07C27F7D30A}"/>
              </a:ext>
            </a:extLst>
          </p:cNvPr>
          <p:cNvCxnSpPr/>
          <p:nvPr userDrawn="1"/>
        </p:nvCxnSpPr>
        <p:spPr>
          <a:xfrm>
            <a:off x="1068863" y="327193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51A0EC-216D-492E-A209-7CD61B5343CC}"/>
              </a:ext>
            </a:extLst>
          </p:cNvPr>
          <p:cNvCxnSpPr/>
          <p:nvPr userDrawn="1"/>
        </p:nvCxnSpPr>
        <p:spPr>
          <a:xfrm>
            <a:off x="6352281" y="2357538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BE7B492-C944-422B-9779-A95207B000CF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7A18CA1-13F1-4B77-BA9C-71FAF3AEE4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66915A3-52A7-4C8C-B8EC-41071CB1A90B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48B84D4-EC6A-481E-87B5-0AA6E59A5C12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66665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hank You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E6F6CA0-765E-484B-B9C2-16E6A4F4986D}"/>
              </a:ext>
            </a:extLst>
          </p:cNvPr>
          <p:cNvSpPr/>
          <p:nvPr userDrawn="1"/>
        </p:nvSpPr>
        <p:spPr>
          <a:xfrm>
            <a:off x="0" y="4251158"/>
            <a:ext cx="12192000" cy="2606842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12758" y="4700332"/>
            <a:ext cx="8807116" cy="915873"/>
          </a:xfrm>
        </p:spPr>
        <p:txBody>
          <a:bodyPr anchor="b">
            <a:normAutofit/>
          </a:bodyPr>
          <a:lstStyle>
            <a:lvl1pPr algn="l">
              <a:defRPr sz="55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30698B-AFFB-41C1-AFEB-59EFD03662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12758" y="5963075"/>
            <a:ext cx="9144000" cy="601840"/>
          </a:xfrm>
        </p:spPr>
        <p:txBody>
          <a:bodyPr>
            <a:normAutofit/>
          </a:bodyPr>
          <a:lstStyle>
            <a:lvl1pPr marL="0" indent="0" algn="l">
              <a:buNone/>
              <a:defRPr sz="30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Lorem Ipsum Dolor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87B92-5889-454A-83C8-E0DE513D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C389B-1365-4D57-8640-FE32C76A82BF}" type="datetime1">
              <a:rPr lang="en-US" noProof="0" smtClean="0"/>
              <a:t>1/20/2026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3F66A-C669-4D83-A278-F325DE2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F6560-92FA-4E92-B73B-21E2BA8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AFD9A3-66C4-4954-8678-720CFA24D244}"/>
              </a:ext>
            </a:extLst>
          </p:cNvPr>
          <p:cNvSpPr/>
          <p:nvPr userDrawn="1"/>
        </p:nvSpPr>
        <p:spPr>
          <a:xfrm>
            <a:off x="1379621" y="4878000"/>
            <a:ext cx="144000" cy="19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240730-69E4-4798-8578-D648F7A2C4C9}"/>
              </a:ext>
            </a:extLst>
          </p:cNvPr>
          <p:cNvCxnSpPr/>
          <p:nvPr userDrawn="1"/>
        </p:nvCxnSpPr>
        <p:spPr>
          <a:xfrm>
            <a:off x="1957137" y="5808027"/>
            <a:ext cx="930442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F632EEF-732A-4DE7-BC5A-A86C31DB6F5A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0391274" y="685801"/>
            <a:ext cx="1371600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54CE062-7CDB-4AB7-B86E-461B22E7F4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16048" y="1006893"/>
            <a:ext cx="1460500" cy="481013"/>
          </a:xfrm>
        </p:spPr>
        <p:txBody>
          <a:bodyPr/>
          <a:lstStyle>
            <a:lvl1pPr marL="0" indent="0" algn="r">
              <a:buNone/>
              <a:defRPr lang="en-US" sz="3000" b="1" i="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25845103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5A1ED5E-125E-4828-9BC6-A73A2C8B88E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12758" y="318288"/>
            <a:ext cx="8807116" cy="2387600"/>
          </a:xfrm>
        </p:spPr>
        <p:txBody>
          <a:bodyPr anchor="b">
            <a:normAutofit/>
          </a:bodyPr>
          <a:lstStyle>
            <a:lvl1pPr algn="l">
              <a:defRPr sz="55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30698B-AFFB-41C1-AFEB-59EFD03662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12758" y="3052756"/>
            <a:ext cx="9144000" cy="1397991"/>
          </a:xfrm>
        </p:spPr>
        <p:txBody>
          <a:bodyPr>
            <a:normAutofit/>
          </a:bodyPr>
          <a:lstStyle>
            <a:lvl1pPr marL="0" indent="0" algn="l">
              <a:buNone/>
              <a:defRPr sz="30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Dolor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87B92-5889-454A-83C8-E0DE513D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FB3C-F5CB-4FF4-9626-146326B1E467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3F66A-C669-4D83-A278-F325DE2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F6560-92FA-4E92-B73B-21E2BA8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AFD9A3-66C4-4954-8678-720CFA24D244}"/>
              </a:ext>
            </a:extLst>
          </p:cNvPr>
          <p:cNvSpPr/>
          <p:nvPr userDrawn="1"/>
        </p:nvSpPr>
        <p:spPr>
          <a:xfrm>
            <a:off x="1379621" y="0"/>
            <a:ext cx="144000" cy="248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240730-69E4-4798-8578-D648F7A2C4C9}"/>
              </a:ext>
            </a:extLst>
          </p:cNvPr>
          <p:cNvCxnSpPr/>
          <p:nvPr userDrawn="1"/>
        </p:nvCxnSpPr>
        <p:spPr>
          <a:xfrm>
            <a:off x="1957137" y="2897709"/>
            <a:ext cx="930442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84AF3E3-F20C-4D84-A158-6DFC09B69A91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0391274" y="6172200"/>
            <a:ext cx="1371600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32342D9-9DBE-4809-840C-62844DDC03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16048" y="5396630"/>
            <a:ext cx="1460500" cy="481013"/>
          </a:xfrm>
        </p:spPr>
        <p:txBody>
          <a:bodyPr/>
          <a:lstStyle>
            <a:lvl1pPr marL="0" indent="0" algn="r">
              <a:buNone/>
              <a:defRPr lang="en-US" sz="3000" b="1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267817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E6F6CA0-765E-484B-B9C2-16E6A4F4986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12758" y="2522758"/>
            <a:ext cx="8807116" cy="2387600"/>
          </a:xfrm>
        </p:spPr>
        <p:txBody>
          <a:bodyPr anchor="b">
            <a:normAutofit/>
          </a:bodyPr>
          <a:lstStyle>
            <a:lvl1pPr algn="l">
              <a:defRPr sz="55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30698B-AFFB-41C1-AFEB-59EFD03662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12758" y="5257226"/>
            <a:ext cx="9144000" cy="1397991"/>
          </a:xfrm>
        </p:spPr>
        <p:txBody>
          <a:bodyPr>
            <a:normAutofit/>
          </a:bodyPr>
          <a:lstStyle>
            <a:lvl1pPr marL="0" indent="0" algn="l">
              <a:buNone/>
              <a:defRPr sz="30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Dolor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87B92-5889-454A-83C8-E0DE513D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174AC-6E10-46E9-BC4A-4E3A595D534E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3F66A-C669-4D83-A278-F325DE2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F6560-92FA-4E92-B73B-21E2BA8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AFD9A3-66C4-4954-8678-720CFA24D244}"/>
              </a:ext>
            </a:extLst>
          </p:cNvPr>
          <p:cNvSpPr/>
          <p:nvPr userDrawn="1"/>
        </p:nvSpPr>
        <p:spPr>
          <a:xfrm>
            <a:off x="1379621" y="3438000"/>
            <a:ext cx="144000" cy="34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240730-69E4-4798-8578-D648F7A2C4C9}"/>
              </a:ext>
            </a:extLst>
          </p:cNvPr>
          <p:cNvCxnSpPr/>
          <p:nvPr userDrawn="1"/>
        </p:nvCxnSpPr>
        <p:spPr>
          <a:xfrm>
            <a:off x="1957137" y="5102179"/>
            <a:ext cx="930442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84AF3E3-F20C-4D84-A158-6DFC09B69A91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0391274" y="685801"/>
            <a:ext cx="1371600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32342D9-9DBE-4809-840C-62844DDC03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16048" y="1015979"/>
            <a:ext cx="1460500" cy="481013"/>
          </a:xfrm>
        </p:spPr>
        <p:txBody>
          <a:bodyPr/>
          <a:lstStyle>
            <a:lvl1pPr marL="0" indent="0" algn="r">
              <a:buNone/>
              <a:defRPr lang="en-US" sz="3000" b="1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687446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E6F6CA0-765E-484B-B9C2-16E6A4F4986D}"/>
              </a:ext>
            </a:extLst>
          </p:cNvPr>
          <p:cNvSpPr/>
          <p:nvPr userDrawn="1"/>
        </p:nvSpPr>
        <p:spPr>
          <a:xfrm>
            <a:off x="120000" y="117000"/>
            <a:ext cx="11952000" cy="6624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 w="273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12758" y="2413986"/>
            <a:ext cx="7107331" cy="1838643"/>
          </a:xfrm>
        </p:spPr>
        <p:txBody>
          <a:bodyPr anchor="b">
            <a:normAutofit/>
          </a:bodyPr>
          <a:lstStyle>
            <a:lvl1pPr algn="l">
              <a:defRPr sz="55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30698B-AFFB-41C1-AFEB-59EFD03662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12758" y="4599498"/>
            <a:ext cx="7107331" cy="966857"/>
          </a:xfrm>
        </p:spPr>
        <p:txBody>
          <a:bodyPr>
            <a:normAutofit/>
          </a:bodyPr>
          <a:lstStyle>
            <a:lvl1pPr marL="0" indent="0" algn="l">
              <a:buNone/>
              <a:defRPr sz="30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Lorem Ipsum</a:t>
            </a:r>
            <a:br>
              <a:rPr lang="en-US" noProof="0"/>
            </a:br>
            <a:r>
              <a:rPr lang="en-US" noProof="0"/>
              <a:t>Dolor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87B92-5889-454A-83C8-E0DE513D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9C6A1-E569-4FC9-9D93-90A846C9C5BB}" type="datetime1">
              <a:rPr lang="en-US" noProof="0" smtClean="0"/>
              <a:t>1/20/2026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3F66A-C669-4D83-A278-F325DE2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F6560-92FA-4E92-B73B-21E2BA8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AFD9A3-66C4-4954-8678-720CFA24D244}"/>
              </a:ext>
            </a:extLst>
          </p:cNvPr>
          <p:cNvSpPr/>
          <p:nvPr userDrawn="1"/>
        </p:nvSpPr>
        <p:spPr>
          <a:xfrm>
            <a:off x="1379621" y="2740862"/>
            <a:ext cx="144000" cy="128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240730-69E4-4798-8578-D648F7A2C4C9}"/>
              </a:ext>
            </a:extLst>
          </p:cNvPr>
          <p:cNvCxnSpPr/>
          <p:nvPr userDrawn="1"/>
        </p:nvCxnSpPr>
        <p:spPr>
          <a:xfrm>
            <a:off x="1957137" y="4444451"/>
            <a:ext cx="930442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6E88EDA-C5A5-4C22-8CE4-5C7FDCF2E859}"/>
              </a:ext>
            </a:extLst>
          </p:cNvPr>
          <p:cNvCxnSpPr>
            <a:cxnSpLocks/>
          </p:cNvCxnSpPr>
          <p:nvPr userDrawn="1"/>
        </p:nvCxnSpPr>
        <p:spPr>
          <a:xfrm flipV="1">
            <a:off x="11077074" y="5622756"/>
            <a:ext cx="0" cy="984222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1B98974C-AC7A-4E66-AE1A-DBA5F1A1D0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16048" y="5532986"/>
            <a:ext cx="1460500" cy="481013"/>
          </a:xfrm>
        </p:spPr>
        <p:txBody>
          <a:bodyPr/>
          <a:lstStyle>
            <a:lvl1pPr marL="0" indent="0" algn="r">
              <a:buNone/>
              <a:defRPr lang="en-US" sz="3000" b="1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16251742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E6F6CA0-765E-484B-B9C2-16E6A4F4986D}"/>
              </a:ext>
            </a:extLst>
          </p:cNvPr>
          <p:cNvSpPr/>
          <p:nvPr userDrawn="1"/>
        </p:nvSpPr>
        <p:spPr>
          <a:xfrm>
            <a:off x="0" y="-1"/>
            <a:ext cx="12192000" cy="4464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12758" y="4785756"/>
            <a:ext cx="8807116" cy="915873"/>
          </a:xfrm>
        </p:spPr>
        <p:txBody>
          <a:bodyPr anchor="b">
            <a:normAutofit/>
          </a:bodyPr>
          <a:lstStyle>
            <a:lvl1pPr algn="l">
              <a:defRPr sz="5500" b="1"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30698B-AFFB-41C1-AFEB-59EFD03662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12758" y="6050473"/>
            <a:ext cx="9144000" cy="601840"/>
          </a:xfrm>
        </p:spPr>
        <p:txBody>
          <a:bodyPr>
            <a:normAutofit/>
          </a:bodyPr>
          <a:lstStyle>
            <a:lvl1pPr marL="0" indent="0" algn="l">
              <a:buNone/>
              <a:defRPr sz="3000" b="1" i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Lorem Ipsum Dolor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87B92-5889-454A-83C8-E0DE513D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FBC92-456B-42A9-BBF5-ADCA2050DDCF}" type="datetime1">
              <a:rPr lang="en-US" noProof="0" smtClean="0"/>
              <a:t>1/20/2026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3F66A-C669-4D83-A278-F325DE2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F6560-92FA-4E92-B73B-21E2BA8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AFD9A3-66C4-4954-8678-720CFA24D244}"/>
              </a:ext>
            </a:extLst>
          </p:cNvPr>
          <p:cNvSpPr/>
          <p:nvPr userDrawn="1"/>
        </p:nvSpPr>
        <p:spPr>
          <a:xfrm>
            <a:off x="1379621" y="4950000"/>
            <a:ext cx="144000" cy="190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240730-69E4-4798-8578-D648F7A2C4C9}"/>
              </a:ext>
            </a:extLst>
          </p:cNvPr>
          <p:cNvCxnSpPr/>
          <p:nvPr userDrawn="1"/>
        </p:nvCxnSpPr>
        <p:spPr>
          <a:xfrm>
            <a:off x="1957137" y="5882423"/>
            <a:ext cx="930442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84AF3E3-F20C-4D84-A158-6DFC09B69A91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10820400" y="870003"/>
            <a:ext cx="1371600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32342D9-9DBE-4809-840C-62844DDC03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68000" y="1005185"/>
            <a:ext cx="1460500" cy="481013"/>
          </a:xfrm>
        </p:spPr>
        <p:txBody>
          <a:bodyPr/>
          <a:lstStyle>
            <a:lvl1pPr marL="0" indent="0" algn="l">
              <a:buNone/>
              <a:defRPr lang="en-US" sz="3000" b="1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9861559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CC8FE21-4B79-46A0-A2D5-AA64AFC619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1" y="458919"/>
            <a:ext cx="9971159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CONTENT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8B931-E896-4471-A71A-819D3B682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641" y="3775165"/>
            <a:ext cx="9971158" cy="2427923"/>
          </a:xfrm>
        </p:spPr>
        <p:txBody>
          <a:bodyPr>
            <a:normAutofit/>
          </a:bodyPr>
          <a:lstStyle>
            <a:lvl1pPr marL="0" indent="0">
              <a:buNone/>
              <a:defRPr sz="1600" i="0">
                <a:solidFill>
                  <a:schemeClr val="bg1"/>
                </a:solidFill>
              </a:defRPr>
            </a:lvl1pPr>
            <a:lvl2pPr marL="457200" indent="0">
              <a:buNone/>
              <a:defRPr sz="1800" i="1">
                <a:solidFill>
                  <a:schemeClr val="bg1"/>
                </a:solidFill>
              </a:defRPr>
            </a:lvl2pPr>
            <a:lvl3pPr marL="914400" indent="0">
              <a:buNone/>
              <a:defRPr sz="1600" i="1">
                <a:solidFill>
                  <a:schemeClr val="bg1"/>
                </a:solidFill>
              </a:defRPr>
            </a:lvl3pPr>
            <a:lvl4pPr marL="1371600" indent="0">
              <a:buNone/>
              <a:defRPr sz="1400" i="1">
                <a:solidFill>
                  <a:schemeClr val="bg1"/>
                </a:solidFill>
              </a:defRPr>
            </a:lvl4pPr>
            <a:lvl5pPr marL="1828800" indent="0">
              <a:buNone/>
              <a:defRPr sz="14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99D1-A115-46CA-B10A-279193A83BBC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687289" y="0"/>
            <a:ext cx="72000" cy="1271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D4EAA8-8E55-45C3-BD00-531D549BB77D}"/>
              </a:ext>
            </a:extLst>
          </p:cNvPr>
          <p:cNvCxnSpPr/>
          <p:nvPr userDrawn="1"/>
        </p:nvCxnSpPr>
        <p:spPr>
          <a:xfrm>
            <a:off x="1068863" y="1528464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ubtitle 2">
            <a:extLst>
              <a:ext uri="{FF2B5EF4-FFF2-40B4-BE49-F238E27FC236}">
                <a16:creationId xmlns:a16="http://schemas.microsoft.com/office/drawing/2014/main" id="{126D1C29-9D03-4CB6-B17E-D7DC93295F21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29641" y="1669110"/>
            <a:ext cx="9971158" cy="692595"/>
          </a:xfrm>
        </p:spPr>
        <p:txBody>
          <a:bodyPr>
            <a:normAutofit/>
          </a:bodyPr>
          <a:lstStyle>
            <a:lvl1pPr marL="0" indent="0" algn="l">
              <a:buNone/>
              <a:defRPr sz="25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Slide Subtitle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B2A467A-5EC5-4E43-861E-F15D1E487F6D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98104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CC8FE21-4B79-46A0-A2D5-AA64AFC61971}"/>
              </a:ext>
            </a:extLst>
          </p:cNvPr>
          <p:cNvSpPr/>
          <p:nvPr userDrawn="1"/>
        </p:nvSpPr>
        <p:spPr>
          <a:xfrm>
            <a:off x="0" y="5532437"/>
            <a:ext cx="12192000" cy="1325563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1" y="458919"/>
            <a:ext cx="9971159" cy="1325563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</a:defRPr>
            </a:lvl1pPr>
          </a:lstStyle>
          <a:p>
            <a:r>
              <a:rPr lang="en-US" dirty="0"/>
              <a:t>CONTENT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8B931-E896-4471-A71A-819D3B682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641" y="3133484"/>
            <a:ext cx="10515600" cy="242792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 sz="16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 sz="14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 sz="14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E1783-EEF8-44D1-A300-8D20A32BB2D3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687289" y="0"/>
            <a:ext cx="72000" cy="1271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D4EAA8-8E55-45C3-BD00-531D549BB77D}"/>
              </a:ext>
            </a:extLst>
          </p:cNvPr>
          <p:cNvCxnSpPr/>
          <p:nvPr userDrawn="1"/>
        </p:nvCxnSpPr>
        <p:spPr>
          <a:xfrm>
            <a:off x="1068863" y="1528464"/>
            <a:ext cx="630936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ubtitle 2">
            <a:extLst>
              <a:ext uri="{FF2B5EF4-FFF2-40B4-BE49-F238E27FC236}">
                <a16:creationId xmlns:a16="http://schemas.microsoft.com/office/drawing/2014/main" id="{126D1C29-9D03-4CB6-B17E-D7DC93295F21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29641" y="1669110"/>
            <a:ext cx="9971158" cy="692595"/>
          </a:xfrm>
        </p:spPr>
        <p:txBody>
          <a:bodyPr>
            <a:normAutofit/>
          </a:bodyPr>
          <a:lstStyle>
            <a:lvl1pPr marL="0" indent="0" algn="l">
              <a:buNone/>
              <a:defRPr sz="2500" b="1" i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Slide Subtitle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B2A467A-5EC5-4E43-861E-F15D1E487F6D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3331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CF94AF4-4F78-4DA5-8571-FD66FFA6313D}"/>
              </a:ext>
            </a:extLst>
          </p:cNvPr>
          <p:cNvSpPr/>
          <p:nvPr userDrawn="1"/>
        </p:nvSpPr>
        <p:spPr>
          <a:xfrm>
            <a:off x="120000" y="117000"/>
            <a:ext cx="11952000" cy="6624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 w="273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521" y="546844"/>
            <a:ext cx="8997738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CONTENT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8B931-E896-4471-A71A-819D3B682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7520" y="3581731"/>
            <a:ext cx="8997737" cy="223046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 i="0">
                <a:solidFill>
                  <a:schemeClr val="bg1"/>
                </a:solidFill>
              </a:defRPr>
            </a:lvl1pPr>
            <a:lvl2pPr marL="457200" indent="0">
              <a:buNone/>
              <a:defRPr sz="1800" i="1">
                <a:solidFill>
                  <a:schemeClr val="bg1"/>
                </a:solidFill>
              </a:defRPr>
            </a:lvl2pPr>
            <a:lvl3pPr marL="914400" indent="0">
              <a:buNone/>
              <a:defRPr sz="1600" i="1">
                <a:solidFill>
                  <a:schemeClr val="bg1"/>
                </a:solidFill>
              </a:defRPr>
            </a:lvl3pPr>
            <a:lvl4pPr marL="1371600" indent="0">
              <a:buNone/>
              <a:defRPr sz="1400" i="1">
                <a:solidFill>
                  <a:schemeClr val="bg1"/>
                </a:solidFill>
              </a:defRPr>
            </a:lvl4pPr>
            <a:lvl5pPr marL="1828800" indent="0">
              <a:buNone/>
              <a:defRPr sz="14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8C37E-76B3-4A0D-BCD1-C5A52A858D66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0400" y="6159402"/>
            <a:ext cx="2788169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1285168" y="244717"/>
            <a:ext cx="72000" cy="10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D4EAA8-8E55-45C3-BD00-531D549BB77D}"/>
              </a:ext>
            </a:extLst>
          </p:cNvPr>
          <p:cNvCxnSpPr/>
          <p:nvPr userDrawn="1"/>
        </p:nvCxnSpPr>
        <p:spPr>
          <a:xfrm>
            <a:off x="1666742" y="1616389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ubtitle 2">
            <a:extLst>
              <a:ext uri="{FF2B5EF4-FFF2-40B4-BE49-F238E27FC236}">
                <a16:creationId xmlns:a16="http://schemas.microsoft.com/office/drawing/2014/main" id="{126D1C29-9D03-4CB6-B17E-D7DC93295F21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1527520" y="1757035"/>
            <a:ext cx="8997737" cy="692595"/>
          </a:xfrm>
        </p:spPr>
        <p:txBody>
          <a:bodyPr>
            <a:normAutofit/>
          </a:bodyPr>
          <a:lstStyle>
            <a:lvl1pPr marL="0" indent="0" algn="l">
              <a:buNone/>
              <a:defRPr sz="25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Slide Subtitle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0938200" y="1341281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31016" y="1377655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63289" y="6300217"/>
            <a:ext cx="0" cy="31022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80265F1-E793-484F-ADC9-31450ADF8B0E}"/>
              </a:ext>
            </a:extLst>
          </p:cNvPr>
          <p:cNvCxnSpPr>
            <a:cxnSpLocks/>
          </p:cNvCxnSpPr>
          <p:nvPr userDrawn="1"/>
        </p:nvCxnSpPr>
        <p:spPr>
          <a:xfrm>
            <a:off x="256374" y="6168360"/>
            <a:ext cx="1508418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668826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CC8FE21-4B79-46A0-A2D5-AA64AFC619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519" y="1443655"/>
            <a:ext cx="4143555" cy="153658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CONTENT</a:t>
            </a:r>
            <a:br>
              <a:rPr lang="en-US" dirty="0"/>
            </a:br>
            <a:r>
              <a:rPr lang="en-US" dirty="0"/>
              <a:t>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8B931-E896-4471-A71A-819D3B682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409" y="2588054"/>
            <a:ext cx="5228216" cy="31229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 i="0">
                <a:solidFill>
                  <a:schemeClr val="bg1"/>
                </a:solidFill>
              </a:defRPr>
            </a:lvl1pPr>
            <a:lvl2pPr marL="457200" indent="0">
              <a:buNone/>
              <a:defRPr sz="1800" i="1">
                <a:solidFill>
                  <a:schemeClr val="bg1"/>
                </a:solidFill>
              </a:defRPr>
            </a:lvl2pPr>
            <a:lvl3pPr marL="914400" indent="0">
              <a:buNone/>
              <a:defRPr sz="1600" i="1">
                <a:solidFill>
                  <a:schemeClr val="bg1"/>
                </a:solidFill>
              </a:defRPr>
            </a:lvl3pPr>
            <a:lvl4pPr marL="1371600" indent="0">
              <a:buNone/>
              <a:defRPr sz="1400" i="1">
                <a:solidFill>
                  <a:schemeClr val="bg1"/>
                </a:solidFill>
              </a:defRPr>
            </a:lvl4pPr>
            <a:lvl5pPr marL="1828800" indent="0">
              <a:buNone/>
              <a:defRPr sz="14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2C234-967A-4CF5-82BF-1AF9EBDCBA35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1285167" y="1684524"/>
            <a:ext cx="7200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D4EAA8-8E55-45C3-BD00-531D549BB77D}"/>
              </a:ext>
            </a:extLst>
          </p:cNvPr>
          <p:cNvCxnSpPr/>
          <p:nvPr userDrawn="1"/>
        </p:nvCxnSpPr>
        <p:spPr>
          <a:xfrm>
            <a:off x="1666741" y="2882481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ubtitle 2">
            <a:extLst>
              <a:ext uri="{FF2B5EF4-FFF2-40B4-BE49-F238E27FC236}">
                <a16:creationId xmlns:a16="http://schemas.microsoft.com/office/drawing/2014/main" id="{126D1C29-9D03-4CB6-B17E-D7DC93295F21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1527519" y="3023127"/>
            <a:ext cx="4143555" cy="692595"/>
          </a:xfrm>
        </p:spPr>
        <p:txBody>
          <a:bodyPr>
            <a:normAutofit/>
          </a:bodyPr>
          <a:lstStyle>
            <a:lvl1pPr marL="0" indent="0" algn="l">
              <a:buNone/>
              <a:defRPr sz="25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Slide Subtitle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B2A467A-5EC5-4E43-861E-F15D1E487F6D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6381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2864D1B-05AA-49BC-BA1A-52FAC02DA9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F4F6DA-C141-44B8-A3D2-B717A87A83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2316701"/>
            <a:ext cx="10515600" cy="1500187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SECTION</a:t>
            </a:r>
            <a:br>
              <a:rPr lang="en-US" dirty="0"/>
            </a:br>
            <a:r>
              <a:rPr lang="en-US" dirty="0"/>
              <a:t>DIVIDER SLIDE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2DD7E2-5C7F-4027-B814-C7CC0E8D95A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28800" y="4083026"/>
            <a:ext cx="10515600" cy="770328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02D73-8A0A-45AB-A4F6-F8D00BF25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060C0-AC53-4D64-ABD7-4A55C0A77859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BD5BA-639F-449E-A055-BE79772AE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626F1-D33A-4FC7-A75F-B53331D9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900A71E-3FCF-4E9F-9CE1-574118517636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ACAE552-11D7-45BF-8B66-071AE054F7B4}"/>
              </a:ext>
            </a:extLst>
          </p:cNvPr>
          <p:cNvSpPr/>
          <p:nvPr userDrawn="1"/>
        </p:nvSpPr>
        <p:spPr>
          <a:xfrm>
            <a:off x="687289" y="0"/>
            <a:ext cx="72000" cy="36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14F7723-8043-4A0B-B2AB-BCF5A44ED246}"/>
              </a:ext>
            </a:extLst>
          </p:cNvPr>
          <p:cNvCxnSpPr/>
          <p:nvPr userDrawn="1"/>
        </p:nvCxnSpPr>
        <p:spPr>
          <a:xfrm>
            <a:off x="1068863" y="3940727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E0C289-2BC1-4B83-96F5-C1B9E010D027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5F65E082-5015-4DA2-9655-AE200511FD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CB5B0FB-5693-42A3-BD99-CA01387F8DF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36540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2864D1B-05AA-49BC-BA1A-52FAC02DA9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F4F6DA-C141-44B8-A3D2-B717A87A83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2781919"/>
            <a:ext cx="10515600" cy="1500187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SECTION</a:t>
            </a:r>
            <a:br>
              <a:rPr lang="en-US" dirty="0"/>
            </a:br>
            <a:r>
              <a:rPr lang="en-US" dirty="0"/>
              <a:t>DIVIDER SLIDE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2DD7E2-5C7F-4027-B814-C7CC0E8D95A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28800" y="4548244"/>
            <a:ext cx="10515600" cy="770328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02D73-8A0A-45AB-A4F6-F8D00BF25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BC66F-F4C2-4254-902A-540C5FFDD766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BD5BA-639F-449E-A055-BE79772AE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8800" y="6159402"/>
            <a:ext cx="2919886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626F1-D33A-4FC7-A75F-B53331D9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CAE552-11D7-45BF-8B66-071AE054F7B4}"/>
              </a:ext>
            </a:extLst>
          </p:cNvPr>
          <p:cNvSpPr/>
          <p:nvPr userDrawn="1"/>
        </p:nvSpPr>
        <p:spPr>
          <a:xfrm>
            <a:off x="687289" y="3186000"/>
            <a:ext cx="72000" cy="36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14F7723-8043-4A0B-B2AB-BCF5A44ED246}"/>
              </a:ext>
            </a:extLst>
          </p:cNvPr>
          <p:cNvCxnSpPr/>
          <p:nvPr userDrawn="1"/>
        </p:nvCxnSpPr>
        <p:spPr>
          <a:xfrm>
            <a:off x="1068863" y="4405945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E0C289-2BC1-4B83-96F5-C1B9E010D027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5F65E082-5015-4DA2-9655-AE200511FD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CB5B0FB-5693-42A3-BD99-CA01387F8DF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19562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37245BE-F984-498B-9CBB-C4DDD775060D}"/>
              </a:ext>
            </a:extLst>
          </p:cNvPr>
          <p:cNvSpPr/>
          <p:nvPr userDrawn="1"/>
        </p:nvSpPr>
        <p:spPr>
          <a:xfrm>
            <a:off x="120000" y="117000"/>
            <a:ext cx="11952000" cy="6624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 w="273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F4F6DA-C141-44B8-A3D2-B717A87A83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520" y="2316701"/>
            <a:ext cx="9556063" cy="1500187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SECTION</a:t>
            </a:r>
            <a:br>
              <a:rPr lang="en-US" dirty="0"/>
            </a:br>
            <a:r>
              <a:rPr lang="en-US" dirty="0"/>
              <a:t>DIVIDER SLIDE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2DD7E2-5C7F-4027-B814-C7CC0E8D95A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27520" y="4083026"/>
            <a:ext cx="9556064" cy="770328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02D73-8A0A-45AB-A4F6-F8D00BF25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9AD0-5F22-4AC8-A079-4E7FF62CE0BA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BD5BA-639F-449E-A055-BE79772AE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626F1-D33A-4FC7-A75F-B53331D9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CAE552-11D7-45BF-8B66-071AE054F7B4}"/>
              </a:ext>
            </a:extLst>
          </p:cNvPr>
          <p:cNvSpPr/>
          <p:nvPr userDrawn="1"/>
        </p:nvSpPr>
        <p:spPr>
          <a:xfrm>
            <a:off x="1285167" y="255684"/>
            <a:ext cx="72000" cy="34119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14F7723-8043-4A0B-B2AB-BCF5A44ED246}"/>
              </a:ext>
            </a:extLst>
          </p:cNvPr>
          <p:cNvCxnSpPr/>
          <p:nvPr userDrawn="1"/>
        </p:nvCxnSpPr>
        <p:spPr>
          <a:xfrm>
            <a:off x="1666742" y="3940727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E0C289-2BC1-4B83-96F5-C1B9E010D027}"/>
              </a:ext>
            </a:extLst>
          </p:cNvPr>
          <p:cNvCxnSpPr>
            <a:cxnSpLocks/>
          </p:cNvCxnSpPr>
          <p:nvPr userDrawn="1"/>
        </p:nvCxnSpPr>
        <p:spPr>
          <a:xfrm>
            <a:off x="10939723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5F65E082-5015-4DA2-9655-AE200511FD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32539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A8760C4-08C1-4929-A6AE-568F67883880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63289" y="6300217"/>
            <a:ext cx="0" cy="31022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69AE345-7CB6-4F86-99E6-C8B881714A2B}"/>
              </a:ext>
            </a:extLst>
          </p:cNvPr>
          <p:cNvCxnSpPr>
            <a:cxnSpLocks/>
          </p:cNvCxnSpPr>
          <p:nvPr userDrawn="1"/>
        </p:nvCxnSpPr>
        <p:spPr>
          <a:xfrm>
            <a:off x="256374" y="6168360"/>
            <a:ext cx="1508418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77401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CC8FE21-4B79-46A0-A2D5-AA64AFC619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519" y="1443655"/>
            <a:ext cx="4143555" cy="153658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SECTION</a:t>
            </a:r>
            <a:br>
              <a:rPr lang="en-US" dirty="0"/>
            </a:br>
            <a:r>
              <a:rPr lang="en-US" dirty="0"/>
              <a:t>DIVIDER SLIDE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FFA05-2726-422B-A595-CD6EE4C03A22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1285167" y="1684524"/>
            <a:ext cx="7200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D4EAA8-8E55-45C3-BD00-531D549BB77D}"/>
              </a:ext>
            </a:extLst>
          </p:cNvPr>
          <p:cNvCxnSpPr/>
          <p:nvPr userDrawn="1"/>
        </p:nvCxnSpPr>
        <p:spPr>
          <a:xfrm>
            <a:off x="1666741" y="2882481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ubtitle 2">
            <a:extLst>
              <a:ext uri="{FF2B5EF4-FFF2-40B4-BE49-F238E27FC236}">
                <a16:creationId xmlns:a16="http://schemas.microsoft.com/office/drawing/2014/main" id="{126D1C29-9D03-4CB6-B17E-D7DC93295F21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1527519" y="3023127"/>
            <a:ext cx="4143555" cy="692595"/>
          </a:xfrm>
        </p:spPr>
        <p:txBody>
          <a:bodyPr>
            <a:normAutofit/>
          </a:bodyPr>
          <a:lstStyle>
            <a:lvl1pPr marL="0" indent="0" algn="l">
              <a:buNone/>
              <a:defRPr sz="25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Slide Subtitle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B2A467A-5EC5-4E43-861E-F15D1E487F6D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599057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CC8FE21-4B79-46A0-A2D5-AA64AFC61971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519" y="1700327"/>
            <a:ext cx="4143555" cy="1536580"/>
          </a:xfr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</a:defRPr>
            </a:lvl1pPr>
          </a:lstStyle>
          <a:p>
            <a:r>
              <a:rPr lang="en-US" dirty="0"/>
              <a:t>SECTION</a:t>
            </a:r>
            <a:br>
              <a:rPr lang="en-US" dirty="0"/>
            </a:br>
            <a:r>
              <a:rPr lang="en-US" dirty="0"/>
              <a:t>DIVIDER SLIDE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C830-91D4-4D76-B486-41F29E6EE30C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1285167" y="1941196"/>
            <a:ext cx="72000" cy="93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D4EAA8-8E55-45C3-BD00-531D549BB77D}"/>
              </a:ext>
            </a:extLst>
          </p:cNvPr>
          <p:cNvCxnSpPr/>
          <p:nvPr userDrawn="1"/>
        </p:nvCxnSpPr>
        <p:spPr>
          <a:xfrm>
            <a:off x="1666741" y="3139153"/>
            <a:ext cx="63093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ubtitle 2">
            <a:extLst>
              <a:ext uri="{FF2B5EF4-FFF2-40B4-BE49-F238E27FC236}">
                <a16:creationId xmlns:a16="http://schemas.microsoft.com/office/drawing/2014/main" id="{126D1C29-9D03-4CB6-B17E-D7DC93295F21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1527519" y="3279799"/>
            <a:ext cx="4143555" cy="692595"/>
          </a:xfrm>
        </p:spPr>
        <p:txBody>
          <a:bodyPr>
            <a:normAutofit/>
          </a:bodyPr>
          <a:lstStyle>
            <a:lvl1pPr marL="0" indent="0" algn="l">
              <a:buNone/>
              <a:defRPr sz="2500" b="1" i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Slide Subtitle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B2A467A-5EC5-4E43-861E-F15D1E487F6D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59291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A30FC14-A5B3-4B00-8DE8-B6E28CF32743}"/>
              </a:ext>
            </a:extLst>
          </p:cNvPr>
          <p:cNvSpPr/>
          <p:nvPr userDrawn="1"/>
        </p:nvSpPr>
        <p:spPr>
          <a:xfrm>
            <a:off x="0" y="5532437"/>
            <a:ext cx="12192000" cy="1325563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195AFA-7DE7-4BBC-AE6C-B5FAE8A371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724195"/>
            <a:ext cx="10515600" cy="1325563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</a:defRPr>
            </a:lvl1pPr>
          </a:lstStyle>
          <a:p>
            <a:r>
              <a:rPr lang="en-US" dirty="0"/>
              <a:t>TWO CONTENT</a:t>
            </a:r>
            <a:br>
              <a:rPr lang="en-US" dirty="0"/>
            </a:br>
            <a:r>
              <a:rPr lang="en-US" dirty="0"/>
              <a:t>SLIDE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AFDAC-3A23-4F5B-B2BE-CDF8D1AFC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8800" y="2272009"/>
            <a:ext cx="5157787" cy="823912"/>
          </a:xfrm>
        </p:spPr>
        <p:txBody>
          <a:bodyPr anchor="b"/>
          <a:lstStyle>
            <a:lvl1pPr marL="0" indent="0">
              <a:buNone/>
              <a:defRPr lang="en-US" sz="2500" b="1" i="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BD9244-253B-4F61-9F15-81C783E03B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8800" y="3386142"/>
            <a:ext cx="5157787" cy="2015247"/>
          </a:xfrm>
        </p:spPr>
        <p:txBody>
          <a:bodyPr>
            <a:norm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A65450-4B24-4A6B-9987-1F3CF67B41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4744" y="2272009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9DAC08-B52B-4DCC-9D22-E4E54E7116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84744" y="3386142"/>
            <a:ext cx="5183188" cy="2015247"/>
          </a:xfrm>
        </p:spPr>
        <p:txBody>
          <a:bodyPr>
            <a:normAutofit/>
          </a:bodyPr>
          <a:lstStyle>
            <a:lvl1pPr marL="180000" indent="-18000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3D5824-9ACF-4E5F-AC80-9ACD7B67F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01007-55FE-4B9E-99B0-5FCA5C63BEEE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F28EAD-9FFC-4EDD-96C6-CDAF179BA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D156D5-5DCA-446B-8C31-2251F7ECE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4CE474-0060-44FE-B47E-DA6AF06C369C}"/>
              </a:ext>
            </a:extLst>
          </p:cNvPr>
          <p:cNvSpPr/>
          <p:nvPr userDrawn="1"/>
        </p:nvSpPr>
        <p:spPr>
          <a:xfrm>
            <a:off x="687289" y="0"/>
            <a:ext cx="72000" cy="1828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50FF488-85D0-4162-BF82-7F9DAA427094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726B73F3-1DAC-413E-B204-D9A6E14725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8574EA-1B80-4D53-A1C5-929097CBD6A1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2DDB37A-C70A-4701-A519-6A882408133A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EED813-3D7D-4166-A729-7E883823CD5E}"/>
              </a:ext>
            </a:extLst>
          </p:cNvPr>
          <p:cNvCxnSpPr/>
          <p:nvPr userDrawn="1"/>
        </p:nvCxnSpPr>
        <p:spPr>
          <a:xfrm>
            <a:off x="1068863" y="3226963"/>
            <a:ext cx="63093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1CC230C-5438-4284-8FAA-05E533A44A5C}"/>
              </a:ext>
            </a:extLst>
          </p:cNvPr>
          <p:cNvCxnSpPr/>
          <p:nvPr userDrawn="1"/>
        </p:nvCxnSpPr>
        <p:spPr>
          <a:xfrm>
            <a:off x="6412241" y="3226963"/>
            <a:ext cx="630936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027741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BBFDD45-3FE7-46CA-9142-8DBABF181C24}"/>
              </a:ext>
            </a:extLst>
          </p:cNvPr>
          <p:cNvSpPr/>
          <p:nvPr userDrawn="1"/>
        </p:nvSpPr>
        <p:spPr>
          <a:xfrm>
            <a:off x="120000" y="117000"/>
            <a:ext cx="11952000" cy="6624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 w="273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195AFA-7DE7-4BBC-AE6C-B5FAE8A371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72419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TWO CONTENT</a:t>
            </a:r>
            <a:br>
              <a:rPr lang="en-US" dirty="0"/>
            </a:br>
            <a:r>
              <a:rPr lang="en-US" dirty="0"/>
              <a:t>SLIDE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AFDAC-3A23-4F5B-B2BE-CDF8D1AFC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8800" y="2272009"/>
            <a:ext cx="5157787" cy="823912"/>
          </a:xfrm>
        </p:spPr>
        <p:txBody>
          <a:bodyPr anchor="b"/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A65450-4B24-4A6B-9987-1F3CF67B41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4744" y="2272009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3D5824-9ACF-4E5F-AC80-9ACD7B67F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1A2B-ADE3-40A2-A02A-09FC8B80F731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F28EAD-9FFC-4EDD-96C6-CDAF179BA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D156D5-5DCA-446B-8C31-2251F7ECE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4CE474-0060-44FE-B47E-DA6AF06C369C}"/>
              </a:ext>
            </a:extLst>
          </p:cNvPr>
          <p:cNvSpPr/>
          <p:nvPr userDrawn="1"/>
        </p:nvSpPr>
        <p:spPr>
          <a:xfrm>
            <a:off x="687288" y="255684"/>
            <a:ext cx="72000" cy="15731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EED813-3D7D-4166-A729-7E883823CD5E}"/>
              </a:ext>
            </a:extLst>
          </p:cNvPr>
          <p:cNvCxnSpPr/>
          <p:nvPr userDrawn="1"/>
        </p:nvCxnSpPr>
        <p:spPr>
          <a:xfrm>
            <a:off x="1068863" y="322696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1CC230C-5438-4284-8FAA-05E533A44A5C}"/>
              </a:ext>
            </a:extLst>
          </p:cNvPr>
          <p:cNvCxnSpPr/>
          <p:nvPr userDrawn="1"/>
        </p:nvCxnSpPr>
        <p:spPr>
          <a:xfrm>
            <a:off x="6412241" y="322696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28791ED-1F60-48B9-B73C-7835714E670D}"/>
              </a:ext>
            </a:extLst>
          </p:cNvPr>
          <p:cNvCxnSpPr>
            <a:cxnSpLocks/>
          </p:cNvCxnSpPr>
          <p:nvPr userDrawn="1"/>
        </p:nvCxnSpPr>
        <p:spPr>
          <a:xfrm>
            <a:off x="10939723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F968FAF7-548C-4383-BE8C-5A194EC21F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32539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BEDEE03-9903-44CE-8EB8-22B19F5E8DD7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63289" y="6300217"/>
            <a:ext cx="0" cy="31022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FE8DF3E-FD5B-4215-B847-DFFB761C21A4}"/>
              </a:ext>
            </a:extLst>
          </p:cNvPr>
          <p:cNvCxnSpPr>
            <a:cxnSpLocks/>
          </p:cNvCxnSpPr>
          <p:nvPr userDrawn="1"/>
        </p:nvCxnSpPr>
        <p:spPr>
          <a:xfrm>
            <a:off x="256374" y="6168360"/>
            <a:ext cx="1508418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C2B73E5D-AD65-4FEE-89DE-2E2643A345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8800" y="3386142"/>
            <a:ext cx="5157787" cy="2773258"/>
          </a:xfrm>
        </p:spPr>
        <p:txBody>
          <a:bodyPr>
            <a:norm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E10D0906-57D4-410E-823B-3BAD416949E1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310145" y="3386142"/>
            <a:ext cx="5157787" cy="2773258"/>
          </a:xfrm>
        </p:spPr>
        <p:txBody>
          <a:bodyPr>
            <a:norm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739307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CC8FE21-4B79-46A0-A2D5-AA64AFC619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D589D6B-831D-4563-A99C-EBE256408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5328" y="2272009"/>
            <a:ext cx="4759643" cy="823912"/>
          </a:xfrm>
        </p:spPr>
        <p:txBody>
          <a:bodyPr anchor="b"/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519" y="630859"/>
            <a:ext cx="4143555" cy="153658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TWO CONTENT</a:t>
            </a:r>
            <a:br>
              <a:rPr lang="en-US" dirty="0"/>
            </a:br>
            <a:r>
              <a:rPr lang="en-US" dirty="0"/>
              <a:t>SLIDE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3913D-DE21-4303-8F9D-A21ACDBC3B69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1285167" y="871728"/>
            <a:ext cx="7200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B2A467A-5EC5-4E43-861E-F15D1E487F6D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3B77664-6718-4048-AA03-DCFB4D6D88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11272" y="2272009"/>
            <a:ext cx="4783083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6ECB7AA-A238-4E2E-8A06-0B7C8B62A61D}"/>
              </a:ext>
            </a:extLst>
          </p:cNvPr>
          <p:cNvCxnSpPr>
            <a:cxnSpLocks/>
          </p:cNvCxnSpPr>
          <p:nvPr userDrawn="1"/>
        </p:nvCxnSpPr>
        <p:spPr>
          <a:xfrm>
            <a:off x="1695391" y="322696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34F3080-CEDC-41FB-BA9C-9C93575A8C71}"/>
              </a:ext>
            </a:extLst>
          </p:cNvPr>
          <p:cNvCxnSpPr>
            <a:cxnSpLocks/>
          </p:cNvCxnSpPr>
          <p:nvPr userDrawn="1"/>
        </p:nvCxnSpPr>
        <p:spPr>
          <a:xfrm>
            <a:off x="7038769" y="322696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57A12BA-9C40-44B2-BB42-FE7A1F89A090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527519" y="3386142"/>
            <a:ext cx="4783074" cy="2773258"/>
          </a:xfrm>
        </p:spPr>
        <p:txBody>
          <a:bodyPr>
            <a:norm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16A390F6-1520-488F-97A9-78F0B2119006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911271" y="3386142"/>
            <a:ext cx="4783075" cy="2773258"/>
          </a:xfrm>
        </p:spPr>
        <p:txBody>
          <a:bodyPr>
            <a:norm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9026708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CC8FE21-4B79-46A0-A2D5-AA64AFC61971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D589D6B-831D-4563-A99C-EBE256408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5329" y="2272009"/>
            <a:ext cx="4540672" cy="823912"/>
          </a:xfrm>
        </p:spPr>
        <p:txBody>
          <a:bodyPr anchor="b"/>
          <a:lstStyle>
            <a:lvl1pPr marL="0" indent="0">
              <a:buNone/>
              <a:defRPr lang="en-US" sz="2500" b="1" i="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519" y="630859"/>
            <a:ext cx="4143555" cy="1536580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</a:defRPr>
            </a:lvl1pPr>
          </a:lstStyle>
          <a:p>
            <a:r>
              <a:rPr lang="en-US" dirty="0"/>
              <a:t>TWO CONTENT</a:t>
            </a:r>
            <a:br>
              <a:rPr lang="en-US" dirty="0"/>
            </a:br>
            <a:r>
              <a:rPr lang="en-US" dirty="0"/>
              <a:t>SLIDE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1E45D-B5D1-4EF4-9967-78E83BC898CC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1285167" y="871728"/>
            <a:ext cx="72000" cy="93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B2A467A-5EC5-4E43-861E-F15D1E487F6D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3B77664-6718-4048-AA03-DCFB4D6D88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11272" y="2272009"/>
            <a:ext cx="4783083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6ECB7AA-A238-4E2E-8A06-0B7C8B62A61D}"/>
              </a:ext>
            </a:extLst>
          </p:cNvPr>
          <p:cNvCxnSpPr>
            <a:cxnSpLocks/>
          </p:cNvCxnSpPr>
          <p:nvPr userDrawn="1"/>
        </p:nvCxnSpPr>
        <p:spPr>
          <a:xfrm>
            <a:off x="1695391" y="3226963"/>
            <a:ext cx="63093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34F3080-CEDC-41FB-BA9C-9C93575A8C71}"/>
              </a:ext>
            </a:extLst>
          </p:cNvPr>
          <p:cNvCxnSpPr>
            <a:cxnSpLocks/>
          </p:cNvCxnSpPr>
          <p:nvPr userDrawn="1"/>
        </p:nvCxnSpPr>
        <p:spPr>
          <a:xfrm>
            <a:off x="7038769" y="322696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80E9747C-D5E4-4606-9D3D-103BF578726B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527519" y="3386142"/>
            <a:ext cx="4559068" cy="2773258"/>
          </a:xfrm>
        </p:spPr>
        <p:txBody>
          <a:bodyPr>
            <a:norm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C45F91F2-CC9B-43AA-A5DF-A0BCEB342754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6911271" y="3386142"/>
            <a:ext cx="4783069" cy="2773258"/>
          </a:xfrm>
        </p:spPr>
        <p:txBody>
          <a:bodyPr>
            <a:norm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179243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and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0DB8CD8-F2C6-48F5-8A73-E5FB643BC475}"/>
              </a:ext>
            </a:extLst>
          </p:cNvPr>
          <p:cNvSpPr/>
          <p:nvPr userDrawn="1"/>
        </p:nvSpPr>
        <p:spPr>
          <a:xfrm>
            <a:off x="0" y="5532437"/>
            <a:ext cx="12192000" cy="1325563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B0ED56-F1B1-4DBE-9DF3-13C23A2BEF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472822"/>
            <a:ext cx="10515600" cy="1325563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</a:defRPr>
            </a:lvl1pPr>
          </a:lstStyle>
          <a:p>
            <a:r>
              <a:rPr lang="en-US" dirty="0"/>
              <a:t>PICTURE SLIDE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D93C86-ABD2-4554-A6DC-88EB25569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6CC0F-AE50-44ED-8007-5467636E4C42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E45015-FD92-48FC-8C28-ACCBC8BAB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C07E4C-515F-4DA3-9B83-5C6CE5B98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1F59C3-73BF-4D90-B580-4014C2B27C2C}"/>
              </a:ext>
            </a:extLst>
          </p:cNvPr>
          <p:cNvSpPr/>
          <p:nvPr userDrawn="1"/>
        </p:nvSpPr>
        <p:spPr>
          <a:xfrm>
            <a:off x="687289" y="0"/>
            <a:ext cx="72000" cy="128930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891E214-8AE6-4CA6-B994-7A8BDD0B394C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C95F487E-1B8C-4FBA-95B3-043C11DA1E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B912DCD-5EAD-419F-BF95-02B45172EDB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E570BBF0-DF30-4898-89DD-8E929C0AD0B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659525"/>
            <a:ext cx="12192000" cy="3872910"/>
          </a:xfrm>
          <a:solidFill>
            <a:schemeClr val="bg1">
              <a:alpha val="50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25C7F29-6151-4F91-80D1-C96C51C06795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341077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and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50F2065-1E46-45F4-8B82-40AFF3B380E4}"/>
              </a:ext>
            </a:extLst>
          </p:cNvPr>
          <p:cNvSpPr/>
          <p:nvPr userDrawn="1"/>
        </p:nvSpPr>
        <p:spPr>
          <a:xfrm>
            <a:off x="120000" y="117000"/>
            <a:ext cx="11952000" cy="6624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 w="273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B0ED56-F1B1-4DBE-9DF3-13C23A2BEF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472822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PICTURE SLIDE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D93C86-ABD2-4554-A6DC-88EB25569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BCE4A-56A6-49EC-A673-D7F2D2D770DB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E45015-FD92-48FC-8C28-ACCBC8BAB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C07E4C-515F-4DA3-9B83-5C6CE5B98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1F59C3-73BF-4D90-B580-4014C2B27C2C}"/>
              </a:ext>
            </a:extLst>
          </p:cNvPr>
          <p:cNvSpPr/>
          <p:nvPr userDrawn="1"/>
        </p:nvSpPr>
        <p:spPr>
          <a:xfrm>
            <a:off x="687289" y="0"/>
            <a:ext cx="72000" cy="128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E570BBF0-DF30-4898-89DD-8E929C0AD0B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46000" y="1659525"/>
            <a:ext cx="11700000" cy="4517136"/>
          </a:xfrm>
          <a:solidFill>
            <a:schemeClr val="bg1">
              <a:alpha val="50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A58BD2B-1B9B-49E6-8C1A-77F7A60420D7}"/>
              </a:ext>
            </a:extLst>
          </p:cNvPr>
          <p:cNvCxnSpPr>
            <a:cxnSpLocks/>
          </p:cNvCxnSpPr>
          <p:nvPr userDrawn="1"/>
        </p:nvCxnSpPr>
        <p:spPr>
          <a:xfrm>
            <a:off x="10939723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17DA84B-7C7B-413F-9A4E-88B7975E1C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32539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53C73EB-9DF5-425B-B9EA-BADEC3467080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63289" y="6300217"/>
            <a:ext cx="0" cy="31022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709916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and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CC8FE21-4B79-46A0-A2D5-AA64AFC619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Picture Placeholder 19">
            <a:extLst>
              <a:ext uri="{FF2B5EF4-FFF2-40B4-BE49-F238E27FC236}">
                <a16:creationId xmlns:a16="http://schemas.microsoft.com/office/drawing/2014/main" id="{90DA0444-D1E1-48F5-9158-243679F7B63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167439"/>
            <a:ext cx="12192000" cy="4009222"/>
          </a:xfrm>
          <a:solidFill>
            <a:schemeClr val="bg1">
              <a:alpha val="50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519" y="630859"/>
            <a:ext cx="4143555" cy="153658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PICTURE</a:t>
            </a:r>
            <a:br>
              <a:rPr lang="en-US" dirty="0"/>
            </a:br>
            <a:r>
              <a:rPr lang="en-US" dirty="0"/>
              <a:t>SLIDE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F2B0D-49A2-441C-B800-8DA3FF9758CE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1285167" y="871728"/>
            <a:ext cx="7200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913910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icture and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4FC6DCA8-CFF5-4F20-A410-C3EA0873DEF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1999" cy="4251153"/>
          </a:xfrm>
          <a:custGeom>
            <a:avLst/>
            <a:gdLst>
              <a:gd name="connsiteX0" fmla="*/ 0 w 12191999"/>
              <a:gd name="connsiteY0" fmla="*/ 0 h 4251153"/>
              <a:gd name="connsiteX1" fmla="*/ 12191999 w 12191999"/>
              <a:gd name="connsiteY1" fmla="*/ 0 h 4251153"/>
              <a:gd name="connsiteX2" fmla="*/ 12191999 w 12191999"/>
              <a:gd name="connsiteY2" fmla="*/ 795243 h 4251153"/>
              <a:gd name="connsiteX3" fmla="*/ 11190767 w 12191999"/>
              <a:gd name="connsiteY3" fmla="*/ 795243 h 4251153"/>
              <a:gd name="connsiteX4" fmla="*/ 11190767 w 12191999"/>
              <a:gd name="connsiteY4" fmla="*/ 802443 h 4251153"/>
              <a:gd name="connsiteX5" fmla="*/ 12191999 w 12191999"/>
              <a:gd name="connsiteY5" fmla="*/ 802443 h 4251153"/>
              <a:gd name="connsiteX6" fmla="*/ 12191999 w 12191999"/>
              <a:gd name="connsiteY6" fmla="*/ 4251153 h 4251153"/>
              <a:gd name="connsiteX7" fmla="*/ 0 w 12191999"/>
              <a:gd name="connsiteY7" fmla="*/ 4251153 h 4251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4251153">
                <a:moveTo>
                  <a:pt x="0" y="0"/>
                </a:moveTo>
                <a:lnTo>
                  <a:pt x="12191999" y="0"/>
                </a:lnTo>
                <a:lnTo>
                  <a:pt x="12191999" y="795243"/>
                </a:lnTo>
                <a:lnTo>
                  <a:pt x="11190767" y="795243"/>
                </a:lnTo>
                <a:lnTo>
                  <a:pt x="11190767" y="802443"/>
                </a:lnTo>
                <a:lnTo>
                  <a:pt x="12191999" y="802443"/>
                </a:lnTo>
                <a:lnTo>
                  <a:pt x="12191999" y="4251153"/>
                </a:lnTo>
                <a:lnTo>
                  <a:pt x="0" y="4251153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6F6CA0-765E-484B-B9C2-16E6A4F4986D}"/>
              </a:ext>
            </a:extLst>
          </p:cNvPr>
          <p:cNvSpPr/>
          <p:nvPr userDrawn="1"/>
        </p:nvSpPr>
        <p:spPr>
          <a:xfrm>
            <a:off x="0" y="4251158"/>
            <a:ext cx="12192000" cy="2606842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94227" y="4435638"/>
            <a:ext cx="8807116" cy="1571359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PICTURE</a:t>
            </a:r>
            <a:br>
              <a:rPr lang="en-US" dirty="0"/>
            </a:br>
            <a:r>
              <a:rPr lang="en-US" dirty="0"/>
              <a:t>SLIDE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87B92-5889-454A-83C8-E0DE513D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D5FDB-2FE7-44AD-B9BD-8BEF95F41952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3F66A-C669-4D83-A278-F325DE2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4226" y="6159402"/>
            <a:ext cx="215446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F6560-92FA-4E92-B73B-21E2BA8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AE6B4C8-5DC5-48CB-A4AB-540F064C26CA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CBA6E06C-D6DA-4EDA-9A87-02C42E3144CB}"/>
              </a:ext>
            </a:extLst>
          </p:cNvPr>
          <p:cNvSpPr/>
          <p:nvPr userDrawn="1"/>
        </p:nvSpPr>
        <p:spPr>
          <a:xfrm>
            <a:off x="1283369" y="4914000"/>
            <a:ext cx="72000" cy="19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D9DE605B-C51B-41B7-9FCB-86CE13FFB5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2311598-88E6-4CCA-AFD4-E5D87D3AAF1D}"/>
              </a:ext>
            </a:extLst>
          </p:cNvPr>
          <p:cNvCxnSpPr>
            <a:cxnSpLocks/>
          </p:cNvCxnSpPr>
          <p:nvPr userDrawn="1"/>
        </p:nvCxnSpPr>
        <p:spPr>
          <a:xfrm>
            <a:off x="11184000" y="805368"/>
            <a:ext cx="1008000" cy="0"/>
          </a:xfrm>
          <a:prstGeom prst="line">
            <a:avLst/>
          </a:prstGeom>
          <a:ln w="349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668973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DA48C424-A3E8-45D9-A344-780A64F65F99}"/>
              </a:ext>
            </a:extLst>
          </p:cNvPr>
          <p:cNvSpPr/>
          <p:nvPr userDrawn="1"/>
        </p:nvSpPr>
        <p:spPr>
          <a:xfrm>
            <a:off x="0" y="5532437"/>
            <a:ext cx="12192000" cy="1325563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2C5870-C68D-4A7D-82BB-410BAD394D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470055"/>
            <a:ext cx="10515600" cy="1325563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</a:defRPr>
            </a:lvl1pPr>
          </a:lstStyle>
          <a:p>
            <a:r>
              <a:rPr lang="en-US" dirty="0"/>
              <a:t>CHART SLIDE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36F3ED-82D9-4642-A435-86170B891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90E14-8D81-41DD-8E4A-1160D6D337E4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72C020-7618-45BB-AF25-CD2F3A57D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AFB5F8-C1DD-4F45-9C62-6669B3480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28A3A2-B6A3-4735-BBC9-E721BA710C9B}"/>
              </a:ext>
            </a:extLst>
          </p:cNvPr>
          <p:cNvSpPr/>
          <p:nvPr userDrawn="1"/>
        </p:nvSpPr>
        <p:spPr>
          <a:xfrm>
            <a:off x="687289" y="0"/>
            <a:ext cx="72000" cy="128930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ADDF5A7-229B-4731-9A6F-9DE095F666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8800" y="2316979"/>
            <a:ext cx="5157787" cy="823912"/>
          </a:xfrm>
        </p:spPr>
        <p:txBody>
          <a:bodyPr anchor="b"/>
          <a:lstStyle>
            <a:lvl1pPr marL="0" indent="0">
              <a:buNone/>
              <a:defRPr lang="en-US" sz="2500" b="1" i="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131A72C0-870A-4F64-AE16-6B1FA2C61A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8800" y="3431112"/>
            <a:ext cx="5157787" cy="2017154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962AFC0-1C35-4CF7-B15A-4697383600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84" y="1402584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2A1EF39B-44B4-41E9-B813-11A664255B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84" y="2516716"/>
            <a:ext cx="5183188" cy="2931545"/>
          </a:xfrm>
        </p:spPr>
        <p:txBody>
          <a:bodyPr>
            <a:normAutofit/>
          </a:bodyPr>
          <a:lstStyle>
            <a:lvl1pPr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E13CA67-E267-486C-8B01-B07C27F7D30A}"/>
              </a:ext>
            </a:extLst>
          </p:cNvPr>
          <p:cNvCxnSpPr/>
          <p:nvPr userDrawn="1"/>
        </p:nvCxnSpPr>
        <p:spPr>
          <a:xfrm>
            <a:off x="1068863" y="3271933"/>
            <a:ext cx="63093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51A0EC-216D-492E-A209-7CD61B5343CC}"/>
              </a:ext>
            </a:extLst>
          </p:cNvPr>
          <p:cNvCxnSpPr/>
          <p:nvPr userDrawn="1"/>
        </p:nvCxnSpPr>
        <p:spPr>
          <a:xfrm>
            <a:off x="6352281" y="2357538"/>
            <a:ext cx="630936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BE7B492-C944-422B-9779-A95207B000CF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7A18CA1-13F1-4B77-BA9C-71FAF3AEE4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66915A3-52A7-4C8C-B8EC-41071CB1A90B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48B84D4-EC6A-481E-87B5-0AA6E59A5C12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756118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10540321-6794-45E5-A403-F840A499D670}"/>
              </a:ext>
            </a:extLst>
          </p:cNvPr>
          <p:cNvSpPr/>
          <p:nvPr userDrawn="1"/>
        </p:nvSpPr>
        <p:spPr>
          <a:xfrm>
            <a:off x="120000" y="117000"/>
            <a:ext cx="11952000" cy="6624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 w="273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A226BC7-E49E-4871-8B90-93766E659C8E}"/>
              </a:ext>
            </a:extLst>
          </p:cNvPr>
          <p:cNvCxnSpPr>
            <a:cxnSpLocks/>
          </p:cNvCxnSpPr>
          <p:nvPr userDrawn="1"/>
        </p:nvCxnSpPr>
        <p:spPr>
          <a:xfrm>
            <a:off x="10939723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7FD1F1BF-3901-435E-A225-44921D7097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2539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A349A95-A047-4A05-83FB-F32C38181430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63289" y="6300217"/>
            <a:ext cx="0" cy="31022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A2C5870-C68D-4A7D-82BB-410BAD394D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47005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CHART SLIDE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36F3ED-82D9-4642-A435-86170B891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25738-C96E-44D6-94FE-78EC73B11312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72C020-7618-45BB-AF25-CD2F3A57D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AFB5F8-C1DD-4F45-9C62-6669B3480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28A3A2-B6A3-4735-BBC9-E721BA710C9B}"/>
              </a:ext>
            </a:extLst>
          </p:cNvPr>
          <p:cNvSpPr/>
          <p:nvPr userDrawn="1"/>
        </p:nvSpPr>
        <p:spPr>
          <a:xfrm>
            <a:off x="687288" y="255842"/>
            <a:ext cx="72000" cy="1033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ADDF5A7-229B-4731-9A6F-9DE095F666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8800" y="2316979"/>
            <a:ext cx="5157787" cy="823912"/>
          </a:xfrm>
        </p:spPr>
        <p:txBody>
          <a:bodyPr anchor="b"/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131A72C0-870A-4F64-AE16-6B1FA2C61A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8800" y="3431112"/>
            <a:ext cx="5157787" cy="2773258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962AFC0-1C35-4CF7-B15A-4697383600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84" y="1402584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2A1EF39B-44B4-41E9-B813-11A664255B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84" y="2516716"/>
            <a:ext cx="5183188" cy="3687653"/>
          </a:xfrm>
        </p:spPr>
        <p:txBody>
          <a:bodyPr>
            <a:normAutofit/>
          </a:bodyPr>
          <a:lstStyle>
            <a:lvl1pPr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E13CA67-E267-486C-8B01-B07C27F7D30A}"/>
              </a:ext>
            </a:extLst>
          </p:cNvPr>
          <p:cNvCxnSpPr/>
          <p:nvPr userDrawn="1"/>
        </p:nvCxnSpPr>
        <p:spPr>
          <a:xfrm>
            <a:off x="1068863" y="327193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51A0EC-216D-492E-A209-7CD61B5343CC}"/>
              </a:ext>
            </a:extLst>
          </p:cNvPr>
          <p:cNvCxnSpPr/>
          <p:nvPr userDrawn="1"/>
        </p:nvCxnSpPr>
        <p:spPr>
          <a:xfrm>
            <a:off x="6352281" y="2357538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DF95BF2-B52F-4059-BC20-4B61F5F92FC3}"/>
              </a:ext>
            </a:extLst>
          </p:cNvPr>
          <p:cNvCxnSpPr>
            <a:cxnSpLocks/>
          </p:cNvCxnSpPr>
          <p:nvPr userDrawn="1"/>
        </p:nvCxnSpPr>
        <p:spPr>
          <a:xfrm>
            <a:off x="256374" y="6168360"/>
            <a:ext cx="1508418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298521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CC8FE21-4B79-46A0-A2D5-AA64AFC619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D589D6B-831D-4563-A99C-EBE256408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5328" y="2272009"/>
            <a:ext cx="4759643" cy="823912"/>
          </a:xfrm>
        </p:spPr>
        <p:txBody>
          <a:bodyPr anchor="b"/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519" y="630859"/>
            <a:ext cx="4143555" cy="153658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CHART</a:t>
            </a:r>
            <a:br>
              <a:rPr lang="en-US" dirty="0"/>
            </a:br>
            <a:r>
              <a:rPr lang="en-US" dirty="0"/>
              <a:t>SLIDE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9398F-A7F5-4300-AD8D-F2211496F365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1285167" y="871728"/>
            <a:ext cx="7200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B2A467A-5EC5-4E43-861E-F15D1E487F6D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3B530EAF-CF53-49F1-B6C8-C2B60A5F63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5328" y="3386142"/>
            <a:ext cx="4759643" cy="2773258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3B77664-6718-4048-AA03-DCFB4D6D88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11272" y="1414759"/>
            <a:ext cx="4783083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17E62B55-2C81-4D0C-82F0-D765EFB745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11272" y="2528891"/>
            <a:ext cx="4783083" cy="3630507"/>
          </a:xfrm>
        </p:spPr>
        <p:txBody>
          <a:bodyPr>
            <a:normAutofit/>
          </a:bodyPr>
          <a:lstStyle>
            <a:lvl1pPr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6ECB7AA-A238-4E2E-8A06-0B7C8B62A61D}"/>
              </a:ext>
            </a:extLst>
          </p:cNvPr>
          <p:cNvCxnSpPr>
            <a:cxnSpLocks/>
          </p:cNvCxnSpPr>
          <p:nvPr userDrawn="1"/>
        </p:nvCxnSpPr>
        <p:spPr>
          <a:xfrm>
            <a:off x="1695391" y="322696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34F3080-CEDC-41FB-BA9C-9C93575A8C71}"/>
              </a:ext>
            </a:extLst>
          </p:cNvPr>
          <p:cNvCxnSpPr>
            <a:cxnSpLocks/>
          </p:cNvCxnSpPr>
          <p:nvPr userDrawn="1"/>
        </p:nvCxnSpPr>
        <p:spPr>
          <a:xfrm>
            <a:off x="7038769" y="236971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006709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0CD2376-834B-4EE0-BA14-A9AEA2135615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D589D6B-831D-4563-A99C-EBE256408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5329" y="2272009"/>
            <a:ext cx="4540672" cy="823912"/>
          </a:xfrm>
        </p:spPr>
        <p:txBody>
          <a:bodyPr anchor="b"/>
          <a:lstStyle>
            <a:lvl1pPr marL="0" indent="0">
              <a:buNone/>
              <a:defRPr lang="en-US" sz="2500" b="1" i="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519" y="630859"/>
            <a:ext cx="4143555" cy="1536580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</a:defRPr>
            </a:lvl1pPr>
          </a:lstStyle>
          <a:p>
            <a:r>
              <a:rPr lang="en-US" dirty="0"/>
              <a:t>CHART</a:t>
            </a:r>
            <a:br>
              <a:rPr lang="en-US" dirty="0"/>
            </a:br>
            <a:r>
              <a:rPr lang="en-US" dirty="0"/>
              <a:t>SLIDE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D69A2-DE74-4722-929F-847049DD6A45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1285167" y="871728"/>
            <a:ext cx="72000" cy="93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B2A467A-5EC5-4E43-861E-F15D1E487F6D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3B530EAF-CF53-49F1-B6C8-C2B60A5F63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5329" y="3386142"/>
            <a:ext cx="4540672" cy="2773258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3B77664-6718-4048-AA03-DCFB4D6D88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11272" y="1414759"/>
            <a:ext cx="4783083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17E62B55-2C81-4D0C-82F0-D765EFB745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11272" y="2528891"/>
            <a:ext cx="4783083" cy="3630507"/>
          </a:xfrm>
        </p:spPr>
        <p:txBody>
          <a:bodyPr>
            <a:normAutofit/>
          </a:bodyPr>
          <a:lstStyle>
            <a:lvl1pPr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6ECB7AA-A238-4E2E-8A06-0B7C8B62A61D}"/>
              </a:ext>
            </a:extLst>
          </p:cNvPr>
          <p:cNvCxnSpPr>
            <a:cxnSpLocks/>
          </p:cNvCxnSpPr>
          <p:nvPr userDrawn="1"/>
        </p:nvCxnSpPr>
        <p:spPr>
          <a:xfrm>
            <a:off x="1695391" y="3226963"/>
            <a:ext cx="63093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34F3080-CEDC-41FB-BA9C-9C93575A8C71}"/>
              </a:ext>
            </a:extLst>
          </p:cNvPr>
          <p:cNvCxnSpPr>
            <a:cxnSpLocks/>
          </p:cNvCxnSpPr>
          <p:nvPr userDrawn="1"/>
        </p:nvCxnSpPr>
        <p:spPr>
          <a:xfrm>
            <a:off x="7038769" y="236971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035166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ED1F5F9-2E42-493E-906D-AA9F7D5F0880}"/>
              </a:ext>
            </a:extLst>
          </p:cNvPr>
          <p:cNvSpPr/>
          <p:nvPr userDrawn="1"/>
        </p:nvSpPr>
        <p:spPr>
          <a:xfrm>
            <a:off x="0" y="5532437"/>
            <a:ext cx="12192000" cy="1325563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EF872A-3B4F-4F8E-9C76-EEF7A4FEA4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647703"/>
            <a:ext cx="6291150" cy="1328497"/>
          </a:xfrm>
        </p:spPr>
        <p:txBody>
          <a:bodyPr anchor="b">
            <a:noAutofit/>
          </a:bodyPr>
          <a:lstStyle>
            <a:lvl1pPr>
              <a:defRPr sz="4000"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</a:defRPr>
            </a:lvl1pPr>
          </a:lstStyle>
          <a:p>
            <a:r>
              <a:rPr lang="en-US" dirty="0"/>
              <a:t>PICTURE WITH</a:t>
            </a:r>
            <a:br>
              <a:rPr lang="en-US" dirty="0"/>
            </a:br>
            <a:r>
              <a:rPr lang="en-US" dirty="0"/>
              <a:t>CAPTION SLIDE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25F378-E3B6-430E-A0C8-CEF68EC348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2950934"/>
            <a:ext cx="12192000" cy="2581498"/>
          </a:xfrm>
          <a:solidFill>
            <a:schemeClr val="bg1">
              <a:alpha val="3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09A766-AE6E-4EE0-BBA9-267550F46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8800" y="2216910"/>
            <a:ext cx="6291150" cy="654726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3FA4ED-DF34-437A-A3DD-C590456AE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EC1E2-BCC4-44B2-A3D7-036C18CBFA1C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BE8EAD-D127-4320-BE56-300A24125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BD6BD1-5229-4162-9050-A799C1123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1F678A-2BA4-4866-BA2B-804BAFA272E6}"/>
              </a:ext>
            </a:extLst>
          </p:cNvPr>
          <p:cNvSpPr/>
          <p:nvPr userDrawn="1"/>
        </p:nvSpPr>
        <p:spPr>
          <a:xfrm>
            <a:off x="687289" y="0"/>
            <a:ext cx="71723" cy="1813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7F503C-8741-4170-AB97-2F028D895E60}"/>
              </a:ext>
            </a:extLst>
          </p:cNvPr>
          <p:cNvCxnSpPr/>
          <p:nvPr userDrawn="1"/>
        </p:nvCxnSpPr>
        <p:spPr>
          <a:xfrm>
            <a:off x="1068863" y="2102969"/>
            <a:ext cx="63093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339F42-187E-423E-888A-A223C1B2E02E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156C8BB-DCB4-4A6F-9463-81442ECFAE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46941A3-2F65-4CFA-8EEF-AB50FBB6660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8707FDA-D4BE-43FA-91CD-CBA55EB8CA17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675384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01289E2-E0FB-4100-99AE-FC48AB519EE0}"/>
              </a:ext>
            </a:extLst>
          </p:cNvPr>
          <p:cNvSpPr/>
          <p:nvPr userDrawn="1"/>
        </p:nvSpPr>
        <p:spPr>
          <a:xfrm>
            <a:off x="120000" y="117000"/>
            <a:ext cx="11952000" cy="6624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 w="273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EF872A-3B4F-4F8E-9C76-EEF7A4FEA4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652069"/>
            <a:ext cx="3932237" cy="2390931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PICTURE</a:t>
            </a:r>
            <a:br>
              <a:rPr lang="en-US" dirty="0"/>
            </a:br>
            <a:r>
              <a:rPr lang="en-US" dirty="0"/>
              <a:t>WITH</a:t>
            </a:r>
            <a:br>
              <a:rPr lang="en-US" dirty="0"/>
            </a:br>
            <a:r>
              <a:rPr lang="en-US" dirty="0"/>
              <a:t>CAPTION</a:t>
            </a:r>
            <a:br>
              <a:rPr lang="en-US" dirty="0"/>
            </a:br>
            <a:r>
              <a:rPr lang="en-US" dirty="0"/>
              <a:t>SLIDE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25F378-E3B6-430E-A0C8-CEF68EC348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31566" y="255600"/>
            <a:ext cx="5231567" cy="6346800"/>
          </a:xfrm>
          <a:solidFill>
            <a:schemeClr val="bg1">
              <a:alpha val="3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09A766-AE6E-4EE0-BBA9-267550F46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8800" y="3283710"/>
            <a:ext cx="3932237" cy="2439988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3FA4ED-DF34-437A-A3DD-C590456AE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89723-4BF4-48A4-B5CD-B482435A8942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BE8EAD-D127-4320-BE56-300A24125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BD6BD1-5229-4162-9050-A799C1123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1F678A-2BA4-4866-BA2B-804BAFA272E6}"/>
              </a:ext>
            </a:extLst>
          </p:cNvPr>
          <p:cNvSpPr/>
          <p:nvPr userDrawn="1"/>
        </p:nvSpPr>
        <p:spPr>
          <a:xfrm>
            <a:off x="687289" y="0"/>
            <a:ext cx="72000" cy="28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7F503C-8741-4170-AB97-2F028D895E60}"/>
              </a:ext>
            </a:extLst>
          </p:cNvPr>
          <p:cNvCxnSpPr/>
          <p:nvPr userDrawn="1"/>
        </p:nvCxnSpPr>
        <p:spPr>
          <a:xfrm>
            <a:off x="1068863" y="3169769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F50E9D-E2D8-41FB-816D-829494C06AD8}"/>
              </a:ext>
            </a:extLst>
          </p:cNvPr>
          <p:cNvCxnSpPr>
            <a:cxnSpLocks/>
          </p:cNvCxnSpPr>
          <p:nvPr userDrawn="1"/>
        </p:nvCxnSpPr>
        <p:spPr>
          <a:xfrm>
            <a:off x="10939723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0C17ED7B-D5EA-4FB8-8E1B-F04BFE982E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2539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A992C28-7C5F-479C-A649-564EFD0EEABF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63289" y="6300217"/>
            <a:ext cx="0" cy="31022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D1F0C21-A9B5-47E2-93F8-6226D37312FC}"/>
              </a:ext>
            </a:extLst>
          </p:cNvPr>
          <p:cNvCxnSpPr>
            <a:cxnSpLocks/>
          </p:cNvCxnSpPr>
          <p:nvPr userDrawn="1"/>
        </p:nvCxnSpPr>
        <p:spPr>
          <a:xfrm>
            <a:off x="256374" y="6168360"/>
            <a:ext cx="1508418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043764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FC33DF7-D0A2-49E4-BF1D-6DC097E62DC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EF872A-3B4F-4F8E-9C76-EEF7A4FEA4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9351" y="652069"/>
            <a:ext cx="3490800" cy="2390931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PICTURE</a:t>
            </a:r>
            <a:br>
              <a:rPr lang="en-US" dirty="0"/>
            </a:br>
            <a:r>
              <a:rPr lang="en-US" dirty="0"/>
              <a:t>WITH</a:t>
            </a:r>
            <a:br>
              <a:rPr lang="en-US" dirty="0"/>
            </a:br>
            <a:r>
              <a:rPr lang="en-US" dirty="0"/>
              <a:t>CAPTION</a:t>
            </a:r>
            <a:br>
              <a:rPr lang="en-US" dirty="0"/>
            </a:br>
            <a:r>
              <a:rPr lang="en-US" dirty="0"/>
              <a:t>SLIDE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25F378-E3B6-430E-A0C8-CEF68EC348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31566" y="0"/>
            <a:ext cx="5231567" cy="6857999"/>
          </a:xfrm>
          <a:solidFill>
            <a:schemeClr val="bg1">
              <a:alpha val="3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09A766-AE6E-4EE0-BBA9-267550F46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9351" y="3283710"/>
            <a:ext cx="3490800" cy="2439988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3FA4ED-DF34-437A-A3DD-C590456AE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AF4EC-7DDE-4C95-9956-59513BFBB065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BE8EAD-D127-4320-BE56-300A24125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BD6BD1-5229-4162-9050-A799C1123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1F678A-2BA4-4866-BA2B-804BAFA272E6}"/>
              </a:ext>
            </a:extLst>
          </p:cNvPr>
          <p:cNvSpPr/>
          <p:nvPr userDrawn="1"/>
        </p:nvSpPr>
        <p:spPr>
          <a:xfrm>
            <a:off x="1277838" y="837332"/>
            <a:ext cx="72843" cy="20426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7F503C-8741-4170-AB97-2F028D895E60}"/>
              </a:ext>
            </a:extLst>
          </p:cNvPr>
          <p:cNvCxnSpPr/>
          <p:nvPr userDrawn="1"/>
        </p:nvCxnSpPr>
        <p:spPr>
          <a:xfrm>
            <a:off x="1659413" y="3169769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339F42-187E-423E-888A-A223C1B2E02E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156C8BB-DCB4-4A6F-9463-81442ECFAE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43ED311-FC15-4C06-8B1C-5C57F3F9A786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46941A3-2F65-4CFA-8EEF-AB50FBB6660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702070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4FC6DCA8-CFF5-4F20-A410-C3EA0873DEF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1999" cy="4251153"/>
          </a:xfrm>
          <a:custGeom>
            <a:avLst/>
            <a:gdLst>
              <a:gd name="connsiteX0" fmla="*/ 0 w 12191999"/>
              <a:gd name="connsiteY0" fmla="*/ 0 h 4251153"/>
              <a:gd name="connsiteX1" fmla="*/ 12191999 w 12191999"/>
              <a:gd name="connsiteY1" fmla="*/ 0 h 4251153"/>
              <a:gd name="connsiteX2" fmla="*/ 12191999 w 12191999"/>
              <a:gd name="connsiteY2" fmla="*/ 795243 h 4251153"/>
              <a:gd name="connsiteX3" fmla="*/ 11190767 w 12191999"/>
              <a:gd name="connsiteY3" fmla="*/ 795243 h 4251153"/>
              <a:gd name="connsiteX4" fmla="*/ 11190767 w 12191999"/>
              <a:gd name="connsiteY4" fmla="*/ 802443 h 4251153"/>
              <a:gd name="connsiteX5" fmla="*/ 12191999 w 12191999"/>
              <a:gd name="connsiteY5" fmla="*/ 802443 h 4251153"/>
              <a:gd name="connsiteX6" fmla="*/ 12191999 w 12191999"/>
              <a:gd name="connsiteY6" fmla="*/ 4251153 h 4251153"/>
              <a:gd name="connsiteX7" fmla="*/ 0 w 12191999"/>
              <a:gd name="connsiteY7" fmla="*/ 4251153 h 4251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4251153">
                <a:moveTo>
                  <a:pt x="0" y="0"/>
                </a:moveTo>
                <a:lnTo>
                  <a:pt x="12191999" y="0"/>
                </a:lnTo>
                <a:lnTo>
                  <a:pt x="12191999" y="795243"/>
                </a:lnTo>
                <a:lnTo>
                  <a:pt x="11190767" y="795243"/>
                </a:lnTo>
                <a:lnTo>
                  <a:pt x="11190767" y="802443"/>
                </a:lnTo>
                <a:lnTo>
                  <a:pt x="12191999" y="802443"/>
                </a:lnTo>
                <a:lnTo>
                  <a:pt x="12191999" y="4251153"/>
                </a:lnTo>
                <a:lnTo>
                  <a:pt x="0" y="4251153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6F6CA0-765E-484B-B9C2-16E6A4F4986D}"/>
              </a:ext>
            </a:extLst>
          </p:cNvPr>
          <p:cNvSpPr/>
          <p:nvPr userDrawn="1"/>
        </p:nvSpPr>
        <p:spPr>
          <a:xfrm>
            <a:off x="0" y="4251158"/>
            <a:ext cx="12192000" cy="2606842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30698B-AFFB-41C1-AFEB-59EFD03662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20892" y="5027253"/>
            <a:ext cx="5373461" cy="1132143"/>
          </a:xfrm>
        </p:spPr>
        <p:txBody>
          <a:bodyPr>
            <a:normAutofit/>
          </a:bodyPr>
          <a:lstStyle>
            <a:lvl1pPr marL="0" indent="0" algn="l">
              <a:buNone/>
              <a:defRPr sz="25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Lorem Ipsum Dolor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B6A7686-9AC4-4F00-9096-A661393BEBDC}"/>
              </a:ext>
            </a:extLst>
          </p:cNvPr>
          <p:cNvCxnSpPr/>
          <p:nvPr userDrawn="1"/>
        </p:nvCxnSpPr>
        <p:spPr>
          <a:xfrm>
            <a:off x="1838883" y="6072701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94226" y="4626870"/>
            <a:ext cx="4626665" cy="1389106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PICTURE</a:t>
            </a:r>
            <a:br>
              <a:rPr lang="en-US" noProof="0"/>
            </a:br>
            <a:r>
              <a:rPr lang="en-US" noProof="0"/>
              <a:t>SLIDE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87B92-5889-454A-83C8-E0DE513D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7C77-DBB5-4D0F-9120-27BDB5B99C32}" type="datetime1">
              <a:rPr lang="en-US" noProof="0" smtClean="0"/>
              <a:t>1/20/2026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3F66A-C669-4D83-A278-F325DE2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4226" y="6159402"/>
            <a:ext cx="2154460" cy="365125"/>
          </a:xfrm>
        </p:spPr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F6560-92FA-4E92-B73B-21E2BA8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noProof="0" smtClean="0"/>
              <a:t>‹#›</a:t>
            </a:fld>
            <a:endParaRPr lang="en-US" noProof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AE6B4C8-5DC5-48CB-A4AB-540F064C26CA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CBA6E06C-D6DA-4EDA-9A87-02C42E3144CB}"/>
              </a:ext>
            </a:extLst>
          </p:cNvPr>
          <p:cNvSpPr/>
          <p:nvPr userDrawn="1"/>
        </p:nvSpPr>
        <p:spPr>
          <a:xfrm>
            <a:off x="1283369" y="4914000"/>
            <a:ext cx="72000" cy="19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088D115-EF5A-444B-AD3E-D2EE18401B4A}"/>
              </a:ext>
            </a:extLst>
          </p:cNvPr>
          <p:cNvCxnSpPr>
            <a:cxnSpLocks/>
          </p:cNvCxnSpPr>
          <p:nvPr userDrawn="1"/>
        </p:nvCxnSpPr>
        <p:spPr>
          <a:xfrm>
            <a:off x="11184000" y="805368"/>
            <a:ext cx="1008000" cy="0"/>
          </a:xfrm>
          <a:prstGeom prst="line">
            <a:avLst/>
          </a:prstGeom>
          <a:ln w="349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D9DE605B-C51B-41B7-9FCB-86CE13FFB5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146249400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vervie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7427B840-CC27-4923-A00E-7899AF7A4460}"/>
              </a:ext>
            </a:extLst>
          </p:cNvPr>
          <p:cNvSpPr/>
          <p:nvPr userDrawn="1"/>
        </p:nvSpPr>
        <p:spPr>
          <a:xfrm>
            <a:off x="0" y="5764039"/>
            <a:ext cx="12192000" cy="109396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5FD86-80D5-4520-8C38-1EDDAB179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607100"/>
            <a:ext cx="4737482" cy="697044"/>
          </a:xfrm>
        </p:spPr>
        <p:txBody>
          <a:bodyPr anchor="b">
            <a:noAutofit/>
          </a:bodyPr>
          <a:lstStyle>
            <a:lvl1pPr>
              <a:defRPr lang="en-US" sz="4000" b="1" kern="1200" dirty="0"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OVERVIEW SLIDE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B7C16C-60B5-44CB-B3D5-09EA7F61FE4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928801" y="2452709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1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4BC91B-2A3F-445A-9C91-9BF782613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A6B8C-51E0-4512-9EB9-DD1BB2387348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F24CAE-7220-4370-B793-B9D4AA1A3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DF5915-4FF1-41EB-9C2F-1918DA858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3C2BC3-19D8-497A-B742-E2E5155DEA2E}"/>
              </a:ext>
            </a:extLst>
          </p:cNvPr>
          <p:cNvSpPr/>
          <p:nvPr userDrawn="1"/>
        </p:nvSpPr>
        <p:spPr>
          <a:xfrm>
            <a:off x="687289" y="0"/>
            <a:ext cx="72000" cy="115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8AD1AF6-056E-449E-ABB4-F42FCFF2154D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B49EFE94-C72E-4FA8-9AE2-70BFB09FB2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97F17BC-9B89-4B33-A693-1583A7EAEED0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52FBCB0-43B1-4129-B190-2F32EAB36A71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AF92140-8242-4A51-9463-35E60CF48BE9}"/>
              </a:ext>
            </a:extLst>
          </p:cNvPr>
          <p:cNvCxnSpPr>
            <a:cxnSpLocks/>
          </p:cNvCxnSpPr>
          <p:nvPr userDrawn="1"/>
        </p:nvCxnSpPr>
        <p:spPr>
          <a:xfrm>
            <a:off x="11192400" y="802800"/>
            <a:ext cx="1001233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8D84BA3-D783-472E-AB10-C96A8DE8D0DD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3200" y="6580800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2BBCA2FF-2B83-4966-811C-E9FEEB77CBE4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467663" y="2452709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2 Title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663E6488-61FD-4194-B014-22CF5050C2C7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8006525" y="2452709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3 Title</a:t>
            </a: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76A0643E-8E5C-4070-97FD-974351B1D00C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928801" y="4563914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4 Title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A4ECC130-379C-4A4E-AAC7-D84522D434E2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4467663" y="4563914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5 Title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C8C2920A-FB6F-4697-8CDD-0896EC262719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8006525" y="4563914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6 Title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F84CD40D-D65C-419A-B22F-5633C9254F52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928801" y="2876273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4902ECF4-C668-49EA-AD7B-E0B3332DE48A}"/>
              </a:ext>
            </a:extLst>
          </p:cNvPr>
          <p:cNvSpPr>
            <a:spLocks noGrp="1"/>
          </p:cNvSpPr>
          <p:nvPr>
            <p:ph type="body" sz="half" idx="22"/>
          </p:nvPr>
        </p:nvSpPr>
        <p:spPr>
          <a:xfrm>
            <a:off x="4467663" y="2876273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648A6F22-3F59-4E0F-BAE5-9B7E0D16D33F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8006525" y="2876273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5689CAE6-6963-412E-9DAD-B7B5AFC41DCF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928801" y="4987478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98D9757D-1411-42F4-AABD-CC173E4A038B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4467663" y="4987478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0590AA6E-50BC-4492-8B87-7D8D4A8A5E76}"/>
              </a:ext>
            </a:extLst>
          </p:cNvPr>
          <p:cNvSpPr>
            <a:spLocks noGrp="1"/>
          </p:cNvSpPr>
          <p:nvPr>
            <p:ph type="body" sz="half" idx="26"/>
          </p:nvPr>
        </p:nvSpPr>
        <p:spPr>
          <a:xfrm>
            <a:off x="8006525" y="4987478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64786CCE-CCCC-4B2D-890D-9D719713DB7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041234" y="1575100"/>
            <a:ext cx="867600" cy="868680"/>
          </a:xfrm>
          <a:prstGeom prst="ellipse">
            <a:avLst/>
          </a:prstGeom>
          <a:ln w="19050">
            <a:gradFill flip="none" rotWithShape="1">
              <a:gsLst>
                <a:gs pos="0">
                  <a:schemeClr val="bg2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46">
            <a:extLst>
              <a:ext uri="{FF2B5EF4-FFF2-40B4-BE49-F238E27FC236}">
                <a16:creationId xmlns:a16="http://schemas.microsoft.com/office/drawing/2014/main" id="{EB08972C-68CE-41CC-9351-3DD741E5393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576544" y="1575100"/>
            <a:ext cx="867600" cy="868680"/>
          </a:xfrm>
          <a:prstGeom prst="ellipse">
            <a:avLst/>
          </a:prstGeom>
          <a:ln w="19050">
            <a:gradFill flip="none" rotWithShape="1">
              <a:gsLst>
                <a:gs pos="0">
                  <a:schemeClr val="bg2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Picture Placeholder 46">
            <a:extLst>
              <a:ext uri="{FF2B5EF4-FFF2-40B4-BE49-F238E27FC236}">
                <a16:creationId xmlns:a16="http://schemas.microsoft.com/office/drawing/2014/main" id="{6347D157-8108-4656-88F3-59B693C47F9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111854" y="1575100"/>
            <a:ext cx="867600" cy="868680"/>
          </a:xfrm>
          <a:prstGeom prst="ellipse">
            <a:avLst/>
          </a:prstGeom>
          <a:ln w="19050">
            <a:gradFill flip="none" rotWithShape="1">
              <a:gsLst>
                <a:gs pos="0">
                  <a:schemeClr val="bg2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Picture Placeholder 46">
            <a:extLst>
              <a:ext uri="{FF2B5EF4-FFF2-40B4-BE49-F238E27FC236}">
                <a16:creationId xmlns:a16="http://schemas.microsoft.com/office/drawing/2014/main" id="{B4548244-F89A-4EA8-9DB4-056E45B2FDF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41234" y="3707211"/>
            <a:ext cx="867600" cy="868680"/>
          </a:xfrm>
          <a:prstGeom prst="ellipse">
            <a:avLst/>
          </a:prstGeom>
          <a:ln w="19050">
            <a:gradFill flip="none" rotWithShape="1">
              <a:gsLst>
                <a:gs pos="0">
                  <a:schemeClr val="bg2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Picture Placeholder 46">
            <a:extLst>
              <a:ext uri="{FF2B5EF4-FFF2-40B4-BE49-F238E27FC236}">
                <a16:creationId xmlns:a16="http://schemas.microsoft.com/office/drawing/2014/main" id="{6B46EEEA-383D-42CD-ABFC-86BD330E07A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576544" y="3707211"/>
            <a:ext cx="867600" cy="868680"/>
          </a:xfrm>
          <a:prstGeom prst="ellipse">
            <a:avLst/>
          </a:prstGeom>
          <a:ln w="19050">
            <a:gradFill flip="none" rotWithShape="1">
              <a:gsLst>
                <a:gs pos="0">
                  <a:schemeClr val="bg2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46">
            <a:extLst>
              <a:ext uri="{FF2B5EF4-FFF2-40B4-BE49-F238E27FC236}">
                <a16:creationId xmlns:a16="http://schemas.microsoft.com/office/drawing/2014/main" id="{DF75483C-CE05-4E90-8A93-D0424442392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111854" y="3707211"/>
            <a:ext cx="867600" cy="868680"/>
          </a:xfrm>
          <a:prstGeom prst="ellipse">
            <a:avLst/>
          </a:prstGeom>
          <a:ln w="19050">
            <a:gradFill flip="none" rotWithShape="1">
              <a:gsLst>
                <a:gs pos="0">
                  <a:schemeClr val="bg2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9610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verview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70994831-EE46-4DEA-9077-4FEBBCD60EB3}"/>
              </a:ext>
            </a:extLst>
          </p:cNvPr>
          <p:cNvSpPr/>
          <p:nvPr userDrawn="1"/>
        </p:nvSpPr>
        <p:spPr>
          <a:xfrm>
            <a:off x="120000" y="117000"/>
            <a:ext cx="11952000" cy="6624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 w="273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5FD86-80D5-4520-8C38-1EDDAB179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607100"/>
            <a:ext cx="4737482" cy="697044"/>
          </a:xfrm>
        </p:spPr>
        <p:txBody>
          <a:bodyPr anchor="b">
            <a:noAutofit/>
          </a:bodyPr>
          <a:lstStyle>
            <a:lvl1pPr>
              <a:def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OVERVIEW SLIDE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B7C16C-60B5-44CB-B3D5-09EA7F61FE4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928801" y="2635589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1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4BC91B-2A3F-445A-9C91-9BF782613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65FF-3A74-4B0F-9624-362545A943D5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F24CAE-7220-4370-B793-B9D4AA1A3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DF5915-4FF1-41EB-9C2F-1918DA858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3C2BC3-19D8-497A-B742-E2E5155DEA2E}"/>
              </a:ext>
            </a:extLst>
          </p:cNvPr>
          <p:cNvSpPr/>
          <p:nvPr userDrawn="1"/>
        </p:nvSpPr>
        <p:spPr>
          <a:xfrm>
            <a:off x="687289" y="244444"/>
            <a:ext cx="72000" cy="9075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2BBCA2FF-2B83-4966-811C-E9FEEB77CBE4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467663" y="2635589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2 Title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663E6488-61FD-4194-B014-22CF5050C2C7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8006525" y="2635589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3 Title</a:t>
            </a: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76A0643E-8E5C-4070-97FD-974351B1D00C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928801" y="4746794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4 Title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A4ECC130-379C-4A4E-AAC7-D84522D434E2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4467663" y="4746794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5 Title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C8C2920A-FB6F-4697-8CDD-0896EC262719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8006525" y="4746794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6 Title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F84CD40D-D65C-419A-B22F-5633C9254F52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928801" y="3059153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4902ECF4-C668-49EA-AD7B-E0B3332DE48A}"/>
              </a:ext>
            </a:extLst>
          </p:cNvPr>
          <p:cNvSpPr>
            <a:spLocks noGrp="1"/>
          </p:cNvSpPr>
          <p:nvPr>
            <p:ph type="body" sz="half" idx="22"/>
          </p:nvPr>
        </p:nvSpPr>
        <p:spPr>
          <a:xfrm>
            <a:off x="4467663" y="3059153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648A6F22-3F59-4E0F-BAE5-9B7E0D16D33F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8006525" y="3059153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5689CAE6-6963-412E-9DAD-B7B5AFC41DCF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928801" y="5170358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98D9757D-1411-42F4-AABD-CC173E4A038B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4467663" y="5170358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0590AA6E-50BC-4492-8B87-7D8D4A8A5E76}"/>
              </a:ext>
            </a:extLst>
          </p:cNvPr>
          <p:cNvSpPr>
            <a:spLocks noGrp="1"/>
          </p:cNvSpPr>
          <p:nvPr>
            <p:ph type="body" sz="half" idx="26"/>
          </p:nvPr>
        </p:nvSpPr>
        <p:spPr>
          <a:xfrm>
            <a:off x="8006525" y="5170358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64786CCE-CCCC-4B2D-890D-9D719713DB7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041234" y="1757980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46">
            <a:extLst>
              <a:ext uri="{FF2B5EF4-FFF2-40B4-BE49-F238E27FC236}">
                <a16:creationId xmlns:a16="http://schemas.microsoft.com/office/drawing/2014/main" id="{EB08972C-68CE-41CC-9351-3DD741E5393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576544" y="1757980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Picture Placeholder 46">
            <a:extLst>
              <a:ext uri="{FF2B5EF4-FFF2-40B4-BE49-F238E27FC236}">
                <a16:creationId xmlns:a16="http://schemas.microsoft.com/office/drawing/2014/main" id="{6347D157-8108-4656-88F3-59B693C47F9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111854" y="1757980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Picture Placeholder 46">
            <a:extLst>
              <a:ext uri="{FF2B5EF4-FFF2-40B4-BE49-F238E27FC236}">
                <a16:creationId xmlns:a16="http://schemas.microsoft.com/office/drawing/2014/main" id="{B4548244-F89A-4EA8-9DB4-056E45B2FDF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41234" y="3890091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Picture Placeholder 46">
            <a:extLst>
              <a:ext uri="{FF2B5EF4-FFF2-40B4-BE49-F238E27FC236}">
                <a16:creationId xmlns:a16="http://schemas.microsoft.com/office/drawing/2014/main" id="{6B46EEEA-383D-42CD-ABFC-86BD330E07A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576544" y="3890091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46">
            <a:extLst>
              <a:ext uri="{FF2B5EF4-FFF2-40B4-BE49-F238E27FC236}">
                <a16:creationId xmlns:a16="http://schemas.microsoft.com/office/drawing/2014/main" id="{DF75483C-CE05-4E90-8A93-D0424442392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111854" y="3890091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C8F712-6C02-43F3-8A0A-5DCA975E7C38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63289" y="6300217"/>
            <a:ext cx="0" cy="31022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8B62D71-4318-4C96-828A-D19FFBFA7BDA}"/>
              </a:ext>
            </a:extLst>
          </p:cNvPr>
          <p:cNvCxnSpPr>
            <a:cxnSpLocks/>
          </p:cNvCxnSpPr>
          <p:nvPr userDrawn="1"/>
        </p:nvCxnSpPr>
        <p:spPr>
          <a:xfrm>
            <a:off x="10939723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12E8DD1E-B3CA-4756-A792-B476AFA9AE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2539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603F760-AD2F-4611-99B6-58C4666AEBA1}"/>
              </a:ext>
            </a:extLst>
          </p:cNvPr>
          <p:cNvCxnSpPr>
            <a:cxnSpLocks/>
          </p:cNvCxnSpPr>
          <p:nvPr userDrawn="1"/>
        </p:nvCxnSpPr>
        <p:spPr>
          <a:xfrm>
            <a:off x="256374" y="6168360"/>
            <a:ext cx="1508418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621820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Overview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68D5CEF0-7838-4E94-B0E2-6286757235D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5FD86-80D5-4520-8C38-1EDDAB179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9350" y="645199"/>
            <a:ext cx="4737482" cy="1338841"/>
          </a:xfrm>
        </p:spPr>
        <p:txBody>
          <a:bodyPr anchor="b">
            <a:noAutofit/>
          </a:bodyPr>
          <a:lstStyle>
            <a:lvl1pPr>
              <a:def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OVERVIEW</a:t>
            </a:r>
            <a:br>
              <a:rPr lang="en-US" dirty="0"/>
            </a:br>
            <a:r>
              <a:rPr lang="en-US" dirty="0"/>
              <a:t>SLIDE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B7C16C-60B5-44CB-B3D5-09EA7F61FE4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386001" y="3092789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1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4BC91B-2A3F-445A-9C91-9BF782613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8B35B-55DE-4D82-AAED-127142AD1F9F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F24CAE-7220-4370-B793-B9D4AA1A3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DF5915-4FF1-41EB-9C2F-1918DA858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8AD1AF6-056E-449E-ABB4-F42FCFF2154D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B49EFE94-C72E-4FA8-9AE2-70BFB09FB2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97F17BC-9B89-4B33-A693-1583A7EAEED0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52FBCB0-43B1-4129-B190-2F32EAB36A71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AF92140-8242-4A51-9463-35E60CF48BE9}"/>
              </a:ext>
            </a:extLst>
          </p:cNvPr>
          <p:cNvCxnSpPr>
            <a:cxnSpLocks/>
          </p:cNvCxnSpPr>
          <p:nvPr userDrawn="1"/>
        </p:nvCxnSpPr>
        <p:spPr>
          <a:xfrm>
            <a:off x="11192400" y="802800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C031692-3E92-4C7E-A067-5F49BD1267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084400" y="838800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8D84BA3-D783-472E-AB10-C96A8DE8D0DD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3200" y="6580800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2BBCA2FF-2B83-4966-811C-E9FEEB77CBE4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924863" y="3092789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2 Title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663E6488-61FD-4194-B014-22CF5050C2C7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8463725" y="3092789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3 Title</a:t>
            </a: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76A0643E-8E5C-4070-97FD-974351B1D00C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1386001" y="5203994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4 Title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A4ECC130-379C-4A4E-AAC7-D84522D434E2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4924863" y="5203994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5 Title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C8C2920A-FB6F-4697-8CDD-0896EC262719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8463725" y="5203994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6 Title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F84CD40D-D65C-419A-B22F-5633C9254F52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1386001" y="3516353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4902ECF4-C668-49EA-AD7B-E0B3332DE48A}"/>
              </a:ext>
            </a:extLst>
          </p:cNvPr>
          <p:cNvSpPr>
            <a:spLocks noGrp="1"/>
          </p:cNvSpPr>
          <p:nvPr>
            <p:ph type="body" sz="half" idx="22"/>
          </p:nvPr>
        </p:nvSpPr>
        <p:spPr>
          <a:xfrm>
            <a:off x="4924863" y="3516353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648A6F22-3F59-4E0F-BAE5-9B7E0D16D33F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8463725" y="3516353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5689CAE6-6963-412E-9DAD-B7B5AFC41DCF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1386001" y="5627558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98D9757D-1411-42F4-AABD-CC173E4A038B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4924863" y="5627558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0590AA6E-50BC-4492-8B87-7D8D4A8A5E76}"/>
              </a:ext>
            </a:extLst>
          </p:cNvPr>
          <p:cNvSpPr>
            <a:spLocks noGrp="1"/>
          </p:cNvSpPr>
          <p:nvPr>
            <p:ph type="body" sz="half" idx="26"/>
          </p:nvPr>
        </p:nvSpPr>
        <p:spPr>
          <a:xfrm>
            <a:off x="8463725" y="5627558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64786CCE-CCCC-4B2D-890D-9D719713DB7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498434" y="2215180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46">
            <a:extLst>
              <a:ext uri="{FF2B5EF4-FFF2-40B4-BE49-F238E27FC236}">
                <a16:creationId xmlns:a16="http://schemas.microsoft.com/office/drawing/2014/main" id="{EB08972C-68CE-41CC-9351-3DD741E5393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033744" y="2215180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Picture Placeholder 46">
            <a:extLst>
              <a:ext uri="{FF2B5EF4-FFF2-40B4-BE49-F238E27FC236}">
                <a16:creationId xmlns:a16="http://schemas.microsoft.com/office/drawing/2014/main" id="{6347D157-8108-4656-88F3-59B693C47F9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569054" y="2215180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Picture Placeholder 46">
            <a:extLst>
              <a:ext uri="{FF2B5EF4-FFF2-40B4-BE49-F238E27FC236}">
                <a16:creationId xmlns:a16="http://schemas.microsoft.com/office/drawing/2014/main" id="{B4548244-F89A-4EA8-9DB4-056E45B2FDF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498434" y="4347291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Picture Placeholder 46">
            <a:extLst>
              <a:ext uri="{FF2B5EF4-FFF2-40B4-BE49-F238E27FC236}">
                <a16:creationId xmlns:a16="http://schemas.microsoft.com/office/drawing/2014/main" id="{6B46EEEA-383D-42CD-ABFC-86BD330E07A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033744" y="4347291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46">
            <a:extLst>
              <a:ext uri="{FF2B5EF4-FFF2-40B4-BE49-F238E27FC236}">
                <a16:creationId xmlns:a16="http://schemas.microsoft.com/office/drawing/2014/main" id="{DF75483C-CE05-4E90-8A93-D0424442392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569054" y="4347291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C2768A5-0309-41B3-94FB-AA3A2FCB638E}"/>
              </a:ext>
            </a:extLst>
          </p:cNvPr>
          <p:cNvSpPr/>
          <p:nvPr userDrawn="1"/>
        </p:nvSpPr>
        <p:spPr>
          <a:xfrm>
            <a:off x="1285167" y="871728"/>
            <a:ext cx="7200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54528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Overview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68D5CEF0-7838-4E94-B0E2-6286757235DA}"/>
              </a:ext>
            </a:extLst>
          </p:cNvPr>
          <p:cNvSpPr/>
          <p:nvPr userDrawn="1"/>
        </p:nvSpPr>
        <p:spPr>
          <a:xfrm>
            <a:off x="4724400" y="0"/>
            <a:ext cx="74676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5FD86-80D5-4520-8C38-1EDDAB179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9350" y="645199"/>
            <a:ext cx="4737482" cy="1338841"/>
          </a:xfrm>
        </p:spPr>
        <p:txBody>
          <a:bodyPr anchor="b">
            <a:noAutofit/>
          </a:bodyPr>
          <a:lstStyle>
            <a:lvl1pPr>
              <a:defRPr lang="en-US" sz="4000" b="1" kern="1200" dirty="0"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OVERVIEW</a:t>
            </a:r>
            <a:br>
              <a:rPr lang="en-US" dirty="0"/>
            </a:br>
            <a:r>
              <a:rPr lang="en-US" dirty="0"/>
              <a:t>SLIDE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B7C16C-60B5-44CB-B3D5-09EA7F61FE4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386001" y="3092789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1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4BC91B-2A3F-445A-9C91-9BF782613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41BB-2CCE-42E8-8A4D-47586555D345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F24CAE-7220-4370-B793-B9D4AA1A3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DF5915-4FF1-41EB-9C2F-1918DA858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8AD1AF6-056E-449E-ABB4-F42FCFF2154D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B49EFE94-C72E-4FA8-9AE2-70BFB09FB2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97F17BC-9B89-4B33-A693-1583A7EAEED0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52FBCB0-43B1-4129-B190-2F32EAB36A71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AF92140-8242-4A51-9463-35E60CF48BE9}"/>
              </a:ext>
            </a:extLst>
          </p:cNvPr>
          <p:cNvCxnSpPr>
            <a:cxnSpLocks/>
          </p:cNvCxnSpPr>
          <p:nvPr userDrawn="1"/>
        </p:nvCxnSpPr>
        <p:spPr>
          <a:xfrm>
            <a:off x="11192400" y="802800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8D84BA3-D783-472E-AB10-C96A8DE8D0DD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3200" y="6580800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2BBCA2FF-2B83-4966-811C-E9FEEB77CBE4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924863" y="3092789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2 Title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663E6488-61FD-4194-B014-22CF5050C2C7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8463725" y="3092789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3 Title</a:t>
            </a: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76A0643E-8E5C-4070-97FD-974351B1D00C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1386001" y="5203994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4 Title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A4ECC130-379C-4A4E-AAC7-D84522D434E2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4924863" y="5203994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5 Title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C8C2920A-FB6F-4697-8CDD-0896EC262719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8463725" y="5203994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6 Title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F84CD40D-D65C-419A-B22F-5633C9254F52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1386001" y="3516353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4902ECF4-C668-49EA-AD7B-E0B3332DE48A}"/>
              </a:ext>
            </a:extLst>
          </p:cNvPr>
          <p:cNvSpPr>
            <a:spLocks noGrp="1"/>
          </p:cNvSpPr>
          <p:nvPr>
            <p:ph type="body" sz="half" idx="22"/>
          </p:nvPr>
        </p:nvSpPr>
        <p:spPr>
          <a:xfrm>
            <a:off x="4924863" y="3516353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648A6F22-3F59-4E0F-BAE5-9B7E0D16D33F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8463725" y="3516353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5689CAE6-6963-412E-9DAD-B7B5AFC41DCF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1386001" y="5627558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98D9757D-1411-42F4-AABD-CC173E4A038B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4924863" y="5627558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0590AA6E-50BC-4492-8B87-7D8D4A8A5E76}"/>
              </a:ext>
            </a:extLst>
          </p:cNvPr>
          <p:cNvSpPr>
            <a:spLocks noGrp="1"/>
          </p:cNvSpPr>
          <p:nvPr>
            <p:ph type="body" sz="half" idx="26"/>
          </p:nvPr>
        </p:nvSpPr>
        <p:spPr>
          <a:xfrm>
            <a:off x="8463725" y="5627558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64786CCE-CCCC-4B2D-890D-9D719713DB7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498434" y="2215180"/>
            <a:ext cx="867600" cy="868680"/>
          </a:xfrm>
          <a:prstGeom prst="ellipse">
            <a:avLst/>
          </a:prstGeom>
          <a:ln w="19050">
            <a:gradFill flip="none" rotWithShape="1">
              <a:gsLst>
                <a:gs pos="0">
                  <a:schemeClr val="bg2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46">
            <a:extLst>
              <a:ext uri="{FF2B5EF4-FFF2-40B4-BE49-F238E27FC236}">
                <a16:creationId xmlns:a16="http://schemas.microsoft.com/office/drawing/2014/main" id="{EB08972C-68CE-41CC-9351-3DD741E5393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033744" y="2215180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Picture Placeholder 46">
            <a:extLst>
              <a:ext uri="{FF2B5EF4-FFF2-40B4-BE49-F238E27FC236}">
                <a16:creationId xmlns:a16="http://schemas.microsoft.com/office/drawing/2014/main" id="{6347D157-8108-4656-88F3-59B693C47F9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569054" y="2215180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Picture Placeholder 46">
            <a:extLst>
              <a:ext uri="{FF2B5EF4-FFF2-40B4-BE49-F238E27FC236}">
                <a16:creationId xmlns:a16="http://schemas.microsoft.com/office/drawing/2014/main" id="{B4548244-F89A-4EA8-9DB4-056E45B2FDF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498434" y="4347291"/>
            <a:ext cx="867600" cy="868680"/>
          </a:xfrm>
          <a:prstGeom prst="ellipse">
            <a:avLst/>
          </a:prstGeom>
          <a:ln w="19050">
            <a:gradFill flip="none" rotWithShape="1">
              <a:gsLst>
                <a:gs pos="0">
                  <a:schemeClr val="bg2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Picture Placeholder 46">
            <a:extLst>
              <a:ext uri="{FF2B5EF4-FFF2-40B4-BE49-F238E27FC236}">
                <a16:creationId xmlns:a16="http://schemas.microsoft.com/office/drawing/2014/main" id="{6B46EEEA-383D-42CD-ABFC-86BD330E07A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033744" y="4347291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46">
            <a:extLst>
              <a:ext uri="{FF2B5EF4-FFF2-40B4-BE49-F238E27FC236}">
                <a16:creationId xmlns:a16="http://schemas.microsoft.com/office/drawing/2014/main" id="{DF75483C-CE05-4E90-8A93-D0424442392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569054" y="4347291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C2768A5-0309-41B3-94FB-AA3A2FCB638E}"/>
              </a:ext>
            </a:extLst>
          </p:cNvPr>
          <p:cNvSpPr/>
          <p:nvPr userDrawn="1"/>
        </p:nvSpPr>
        <p:spPr>
          <a:xfrm>
            <a:off x="1285167" y="871728"/>
            <a:ext cx="72000" cy="93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06215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85FB182-4CCC-45D7-A2A4-A593CA00EB5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8E2AFE-9147-47F3-ADFE-AD251E989D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14400" y="1144587"/>
            <a:ext cx="9395400" cy="1483413"/>
          </a:xfrm>
        </p:spPr>
        <p:txBody>
          <a:bodyPr>
            <a:noAutofit/>
          </a:bodyPr>
          <a:lstStyle>
            <a:lvl1pPr>
              <a:defRPr sz="5500"/>
            </a:lvl1pPr>
          </a:lstStyle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46BDE-7853-435A-80A6-D25940D17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0F1A0-84E6-4AA0-9183-7CA10A278BD9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83E82-A916-403C-8BE8-252132A94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F2326-238E-4FE6-8842-680DE4A04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9D0891-2A9E-4F35-82BE-7966AECBB0F1}"/>
              </a:ext>
            </a:extLst>
          </p:cNvPr>
          <p:cNvSpPr/>
          <p:nvPr userDrawn="1"/>
        </p:nvSpPr>
        <p:spPr>
          <a:xfrm>
            <a:off x="1379621" y="0"/>
            <a:ext cx="144000" cy="248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52F6420-3AFC-4D7F-A45D-56EA5EFC0D18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1812758" y="3038688"/>
            <a:ext cx="9144000" cy="1397991"/>
          </a:xfrm>
        </p:spPr>
        <p:txBody>
          <a:bodyPr>
            <a:normAutofit/>
          </a:bodyPr>
          <a:lstStyle>
            <a:lvl1pPr marL="0" indent="0" algn="l">
              <a:buNone/>
              <a:defRPr sz="30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Dolor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C78E93-F6DF-44C7-A9BB-D035C397BFD5}"/>
              </a:ext>
            </a:extLst>
          </p:cNvPr>
          <p:cNvCxnSpPr/>
          <p:nvPr userDrawn="1"/>
        </p:nvCxnSpPr>
        <p:spPr>
          <a:xfrm>
            <a:off x="1957137" y="2883641"/>
            <a:ext cx="930442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7BFFD5-4519-4811-BDD2-3B0318780ACC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0391274" y="6172200"/>
            <a:ext cx="1371600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A4E36001-6B54-4F6D-9532-965904F3C3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16048" y="5377580"/>
            <a:ext cx="1460500" cy="481013"/>
          </a:xfrm>
        </p:spPr>
        <p:txBody>
          <a:bodyPr/>
          <a:lstStyle>
            <a:lvl1pPr marL="0" indent="0" algn="r">
              <a:buNone/>
              <a:defRPr lang="en-US" sz="3000" b="1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0585837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E6F6CA0-765E-484B-B9C2-16E6A4F4986D}"/>
              </a:ext>
            </a:extLst>
          </p:cNvPr>
          <p:cNvSpPr/>
          <p:nvPr userDrawn="1"/>
        </p:nvSpPr>
        <p:spPr>
          <a:xfrm>
            <a:off x="-1" y="0"/>
            <a:ext cx="12191989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12758" y="2522758"/>
            <a:ext cx="8807116" cy="2387600"/>
          </a:xfrm>
        </p:spPr>
        <p:txBody>
          <a:bodyPr anchor="b">
            <a:normAutofit/>
          </a:bodyPr>
          <a:lstStyle>
            <a:lvl1pPr algn="l">
              <a:defRPr sz="55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30698B-AFFB-41C1-AFEB-59EFD03662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12758" y="5257226"/>
            <a:ext cx="9144000" cy="1397991"/>
          </a:xfrm>
        </p:spPr>
        <p:txBody>
          <a:bodyPr>
            <a:normAutofit/>
          </a:bodyPr>
          <a:lstStyle>
            <a:lvl1pPr marL="0" indent="0" algn="l">
              <a:buNone/>
              <a:defRPr sz="30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Dolor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87B92-5889-454A-83C8-E0DE513D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9F772-C659-4F6E-A95D-21349475745A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3F66A-C669-4D83-A278-F325DE2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F6560-92FA-4E92-B73B-21E2BA8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AFD9A3-66C4-4954-8678-720CFA24D244}"/>
              </a:ext>
            </a:extLst>
          </p:cNvPr>
          <p:cNvSpPr/>
          <p:nvPr userDrawn="1"/>
        </p:nvSpPr>
        <p:spPr>
          <a:xfrm>
            <a:off x="1379621" y="3438000"/>
            <a:ext cx="144000" cy="34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240730-69E4-4798-8578-D648F7A2C4C9}"/>
              </a:ext>
            </a:extLst>
          </p:cNvPr>
          <p:cNvCxnSpPr/>
          <p:nvPr userDrawn="1"/>
        </p:nvCxnSpPr>
        <p:spPr>
          <a:xfrm>
            <a:off x="1957137" y="5102179"/>
            <a:ext cx="930442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84AF3E3-F20C-4D84-A158-6DFC09B69A91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0391274" y="685801"/>
            <a:ext cx="1371600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32342D9-9DBE-4809-840C-62844DDC03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16048" y="1006893"/>
            <a:ext cx="1460500" cy="481013"/>
          </a:xfrm>
        </p:spPr>
        <p:txBody>
          <a:bodyPr/>
          <a:lstStyle>
            <a:lvl1pPr marL="0" indent="0" algn="r">
              <a:buNone/>
              <a:defRPr lang="en-US" sz="3000" b="1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53495056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hank You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1D61DF5-2BE6-40B6-97DF-A161EF9520AA}"/>
              </a:ext>
            </a:extLst>
          </p:cNvPr>
          <p:cNvSpPr/>
          <p:nvPr userDrawn="1"/>
        </p:nvSpPr>
        <p:spPr>
          <a:xfrm>
            <a:off x="120000" y="117000"/>
            <a:ext cx="11952000" cy="6624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 w="273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12758" y="2413986"/>
            <a:ext cx="7107331" cy="1838643"/>
          </a:xfrm>
        </p:spPr>
        <p:txBody>
          <a:bodyPr anchor="b">
            <a:normAutofit/>
          </a:bodyPr>
          <a:lstStyle>
            <a:lvl1pPr algn="l">
              <a:defRPr sz="55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30698B-AFFB-41C1-AFEB-59EFD03662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12758" y="4599498"/>
            <a:ext cx="7107331" cy="966857"/>
          </a:xfrm>
        </p:spPr>
        <p:txBody>
          <a:bodyPr>
            <a:normAutofit/>
          </a:bodyPr>
          <a:lstStyle>
            <a:lvl1pPr marL="0" indent="0" algn="l">
              <a:buNone/>
              <a:defRPr sz="30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Dolor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87B92-5889-454A-83C8-E0DE513D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BB306-77B6-40D8-8A71-1A24515FE48B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3F66A-C669-4D83-A278-F325DE2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F6560-92FA-4E92-B73B-21E2BA8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AFD9A3-66C4-4954-8678-720CFA24D244}"/>
              </a:ext>
            </a:extLst>
          </p:cNvPr>
          <p:cNvSpPr/>
          <p:nvPr userDrawn="1"/>
        </p:nvSpPr>
        <p:spPr>
          <a:xfrm>
            <a:off x="1379621" y="2740862"/>
            <a:ext cx="144000" cy="128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240730-69E4-4798-8578-D648F7A2C4C9}"/>
              </a:ext>
            </a:extLst>
          </p:cNvPr>
          <p:cNvCxnSpPr/>
          <p:nvPr userDrawn="1"/>
        </p:nvCxnSpPr>
        <p:spPr>
          <a:xfrm>
            <a:off x="1957137" y="4444451"/>
            <a:ext cx="930442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6E88EDA-C5A5-4C22-8CE4-5C7FDCF2E859}"/>
              </a:ext>
            </a:extLst>
          </p:cNvPr>
          <p:cNvCxnSpPr>
            <a:cxnSpLocks/>
          </p:cNvCxnSpPr>
          <p:nvPr userDrawn="1"/>
        </p:nvCxnSpPr>
        <p:spPr>
          <a:xfrm flipV="1">
            <a:off x="11077074" y="5622756"/>
            <a:ext cx="0" cy="984222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1B98974C-AC7A-4E66-AE1A-DBA5F1A1D0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16048" y="5513936"/>
            <a:ext cx="1460500" cy="481013"/>
          </a:xfrm>
        </p:spPr>
        <p:txBody>
          <a:bodyPr/>
          <a:lstStyle>
            <a:lvl1pPr marL="0" indent="0" algn="r">
              <a:buNone/>
              <a:defRPr lang="en-US" sz="3000" b="1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0273398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hank You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E6F6CA0-765E-484B-B9C2-16E6A4F4986D}"/>
              </a:ext>
            </a:extLst>
          </p:cNvPr>
          <p:cNvSpPr/>
          <p:nvPr userDrawn="1"/>
        </p:nvSpPr>
        <p:spPr>
          <a:xfrm>
            <a:off x="0" y="0"/>
            <a:ext cx="12192000" cy="4446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12758" y="4764500"/>
            <a:ext cx="8807116" cy="915873"/>
          </a:xfrm>
        </p:spPr>
        <p:txBody>
          <a:bodyPr anchor="b">
            <a:normAutofit/>
          </a:bodyPr>
          <a:lstStyle>
            <a:lvl1pPr algn="l">
              <a:defRPr sz="5500" b="1"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</a:defRPr>
            </a:lvl1pPr>
          </a:lstStyle>
          <a:p>
            <a:r>
              <a:rPr lang="en-US" noProof="0"/>
              <a:t>THANK YOU!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30698B-AFFB-41C1-AFEB-59EFD03662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12758" y="6043285"/>
            <a:ext cx="9144000" cy="601840"/>
          </a:xfrm>
        </p:spPr>
        <p:txBody>
          <a:bodyPr>
            <a:normAutofit/>
          </a:bodyPr>
          <a:lstStyle>
            <a:lvl1pPr marL="0" indent="0" algn="l">
              <a:buNone/>
              <a:defRPr sz="3000" b="1" i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Lorem Ipsum Dolor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87B92-5889-454A-83C8-E0DE513D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D3CFD-4D7A-41AC-A46D-B09F422513E8}" type="datetime1">
              <a:rPr lang="en-US" noProof="0" smtClean="0"/>
              <a:t>1/20/2026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3F66A-C669-4D83-A278-F325DE2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F6560-92FA-4E92-B73B-21E2BA8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95CBEC59-7FF9-4688-98DF-89832A0C902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AFD9A3-66C4-4954-8678-720CFA24D244}"/>
              </a:ext>
            </a:extLst>
          </p:cNvPr>
          <p:cNvSpPr/>
          <p:nvPr userDrawn="1"/>
        </p:nvSpPr>
        <p:spPr>
          <a:xfrm>
            <a:off x="1379621" y="4950000"/>
            <a:ext cx="144000" cy="190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84AF3E3-F20C-4D84-A158-6DFC09B69A91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10820400" y="870003"/>
            <a:ext cx="1371600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32342D9-9DBE-4809-840C-62844DDC03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68000" y="1005185"/>
            <a:ext cx="1460500" cy="481013"/>
          </a:xfrm>
        </p:spPr>
        <p:txBody>
          <a:bodyPr/>
          <a:lstStyle>
            <a:lvl1pPr marL="0" indent="0" algn="l">
              <a:buNone/>
              <a:defRPr lang="en-US" sz="3000" b="1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20XX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475710E-5533-4BB2-A66B-352BB2B1F9CB}"/>
              </a:ext>
            </a:extLst>
          </p:cNvPr>
          <p:cNvCxnSpPr/>
          <p:nvPr userDrawn="1"/>
        </p:nvCxnSpPr>
        <p:spPr>
          <a:xfrm>
            <a:off x="1957137" y="5823067"/>
            <a:ext cx="930442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3180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E5F88F2-B164-4B6F-A4D1-FF377EA65B7F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5CBEC59-7FF9-4688-98DF-89832A0C902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7854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9" r:id="rId20"/>
    <p:sldLayoutId id="2147483721" r:id="rId21"/>
    <p:sldLayoutId id="2147483724" r:id="rId22"/>
    <p:sldLayoutId id="2147483649" r:id="rId23"/>
    <p:sldLayoutId id="2147483659" r:id="rId24"/>
    <p:sldLayoutId id="2147483661" r:id="rId25"/>
    <p:sldLayoutId id="2147483662" r:id="rId26"/>
    <p:sldLayoutId id="2147483650" r:id="rId27"/>
    <p:sldLayoutId id="2147483663" r:id="rId28"/>
    <p:sldLayoutId id="2147483664" r:id="rId29"/>
    <p:sldLayoutId id="2147483665" r:id="rId30"/>
    <p:sldLayoutId id="2147483651" r:id="rId31"/>
    <p:sldLayoutId id="2147483670" r:id="rId32"/>
    <p:sldLayoutId id="2147483668" r:id="rId33"/>
    <p:sldLayoutId id="2147483671" r:id="rId34"/>
    <p:sldLayoutId id="2147483669" r:id="rId35"/>
    <p:sldLayoutId id="2147483672" r:id="rId36"/>
    <p:sldLayoutId id="2147483673" r:id="rId37"/>
    <p:sldLayoutId id="2147483674" r:id="rId38"/>
    <p:sldLayoutId id="2147483676" r:id="rId39"/>
    <p:sldLayoutId id="2147483677" r:id="rId40"/>
    <p:sldLayoutId id="2147483678" r:id="rId41"/>
    <p:sldLayoutId id="2147483679" r:id="rId42"/>
    <p:sldLayoutId id="2147483681" r:id="rId43"/>
    <p:sldLayoutId id="2147483682" r:id="rId44"/>
    <p:sldLayoutId id="2147483683" r:id="rId45"/>
    <p:sldLayoutId id="2147483684" r:id="rId46"/>
    <p:sldLayoutId id="2147483685" r:id="rId47"/>
    <p:sldLayoutId id="2147483686" r:id="rId48"/>
    <p:sldLayoutId id="2147483687" r:id="rId49"/>
    <p:sldLayoutId id="2147483688" r:id="rId50"/>
    <p:sldLayoutId id="2147483689" r:id="rId51"/>
    <p:sldLayoutId id="2147483690" r:id="rId52"/>
    <p:sldLayoutId id="2147483691" r:id="rId53"/>
    <p:sldLayoutId id="2147483692" r:id="rId54"/>
    <p:sldLayoutId id="2147483697" r:id="rId55"/>
    <p:sldLayoutId id="2147483658" r:id="rId56"/>
    <p:sldLayoutId id="2147483693" r:id="rId57"/>
    <p:sldLayoutId id="2147483695" r:id="rId58"/>
    <p:sldLayoutId id="2147483696" r:id="rId59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FA173-4917-43E5-B91C-3914C1A8D2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Children in Need in Somerset: Trends, Pressures and Implications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99D82B-F86A-4C04-9207-B25F53939F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Gbemi Akindeji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63C0AB-5E13-C02B-9005-BA175CC43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7" y="78872"/>
            <a:ext cx="2619375" cy="174307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13068127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C75E2-C7E9-4CDE-A3E7-DB7E770B9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Data &amp; Scope</a:t>
            </a:r>
            <a:endParaRPr lang="en-US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417046-E8D4-4851-862C-0BF84D8D1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Children in Need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C0AEA-646D-49DC-8618-CEFD70130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>
                <a:solidFill>
                  <a:schemeClr val="tx1"/>
                </a:solidFill>
              </a:rPr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96FEB1FB-BB8F-02FD-B7DA-622721562F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38876" y="961827"/>
            <a:ext cx="5819774" cy="461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Source: Children in Need Census (DfE)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period: 2013–2025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Geography: Somerset (pre- and post-unitary)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Measures used: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Children at any point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Started / Ended cases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Children in need at 31 March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Awaiting assessment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</a:rPr>
              <a:t>Episodes of need at any point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</a:rPr>
              <a:t>Episodes of need ending in the year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</a:rPr>
              <a:t>Children starting an episode of need in the year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</a:rPr>
              <a:t>Episodes of need starting in the year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925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071DD-D1ED-4494-BAB0-E44D84460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800" y="724196"/>
            <a:ext cx="10515600" cy="850696"/>
          </a:xfrm>
        </p:spPr>
        <p:txBody>
          <a:bodyPr>
            <a:normAutofit fontScale="90000"/>
          </a:bodyPr>
          <a:lstStyle/>
          <a:p>
            <a:r>
              <a:rPr lang="en-US" dirty="0"/>
              <a:t>Big Picture 1: Is pressure rising or falling?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046CD-889C-4A2E-8DC3-BED5C7901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8800" y="1511495"/>
            <a:ext cx="4978457" cy="823912"/>
          </a:xfrm>
        </p:spPr>
        <p:txBody>
          <a:bodyPr>
            <a:normAutofit/>
          </a:bodyPr>
          <a:lstStyle/>
          <a:p>
            <a:r>
              <a:rPr lang="en-US" sz="2000" dirty="0"/>
              <a:t>Children in need at 31 March (Somerset, over time)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C7831C-5C8A-4D10-8B69-B54C753E23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97444" y="1676399"/>
            <a:ext cx="5183188" cy="34290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Flow Through the System (Core Insight)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3B47294-B529-4908-976B-4F8ECE7A4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>
                <a:solidFill>
                  <a:schemeClr val="tx1"/>
                </a:solidFill>
              </a:rPr>
              <a:pPr/>
              <a:t>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0DE4480E-0DB7-5302-AFA1-2DDFE9B9B888}"/>
              </a:ext>
            </a:extLst>
          </p:cNvPr>
          <p:cNvSpPr txBox="1">
            <a:spLocks/>
          </p:cNvSpPr>
          <p:nvPr/>
        </p:nvSpPr>
        <p:spPr>
          <a:xfrm>
            <a:off x="1081200" y="2327664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lang="en-US" sz="2500" b="1" i="0" kern="1200" cap="none" dirty="0" smtClean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000" b="1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b="1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b="1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b="1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b="1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b="1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b="1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b="1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355CFC1E-012D-EAAD-F856-3A5CD7316E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137" y="5318471"/>
            <a:ext cx="4728788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Indicates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rising and sustained pressure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number of open cases at year-end has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increased steadily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6" name="Content Placeholder 25">
            <a:extLst>
              <a:ext uri="{FF2B5EF4-FFF2-40B4-BE49-F238E27FC236}">
                <a16:creationId xmlns:a16="http://schemas.microsoft.com/office/drawing/2014/main" id="{F1026D39-E3FF-BAA5-89CE-4F5720326B6A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2"/>
          <a:stretch>
            <a:fillRect/>
          </a:stretch>
        </p:blipFill>
        <p:spPr>
          <a:xfrm>
            <a:off x="6886575" y="2024210"/>
            <a:ext cx="3674487" cy="196568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3FD6C51-DE06-81A3-F2B8-3EAE5F425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575" y="4018119"/>
            <a:ext cx="3712593" cy="1895318"/>
          </a:xfrm>
          <a:prstGeom prst="rect">
            <a:avLst/>
          </a:prstGeom>
        </p:spPr>
      </p:pic>
      <p:pic>
        <p:nvPicPr>
          <p:cNvPr id="36" name="Content Placeholder 35">
            <a:extLst>
              <a:ext uri="{FF2B5EF4-FFF2-40B4-BE49-F238E27FC236}">
                <a16:creationId xmlns:a16="http://schemas.microsoft.com/office/drawing/2014/main" id="{D32B2828-6E21-390A-AA4D-BF7E023B0D6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1081200" y="2484629"/>
            <a:ext cx="4985164" cy="2592286"/>
          </a:xfrm>
          <a:prstGeom prst="rect">
            <a:avLst/>
          </a:prstGeom>
        </p:spPr>
      </p:pic>
      <p:sp>
        <p:nvSpPr>
          <p:cNvPr id="37" name="Rectangle 5">
            <a:extLst>
              <a:ext uri="{FF2B5EF4-FFF2-40B4-BE49-F238E27FC236}">
                <a16:creationId xmlns:a16="http://schemas.microsoft.com/office/drawing/2014/main" id="{B8B1B55E-EDF6-494D-7425-880D0D51AA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2274" y="6094511"/>
            <a:ext cx="498516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Rectangle 7">
            <a:extLst>
              <a:ext uri="{FF2B5EF4-FFF2-40B4-BE49-F238E27FC236}">
                <a16:creationId xmlns:a16="http://schemas.microsoft.com/office/drawing/2014/main" id="{A1F510B1-17CB-80EF-526D-F96277A9CC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4482" y="5996313"/>
            <a:ext cx="403468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cases are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starting than ending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gap has widened in recent years</a:t>
            </a:r>
          </a:p>
        </p:txBody>
      </p:sp>
      <p:sp>
        <p:nvSpPr>
          <p:cNvPr id="40" name="Footer Placeholder 2">
            <a:extLst>
              <a:ext uri="{FF2B5EF4-FFF2-40B4-BE49-F238E27FC236}">
                <a16:creationId xmlns:a16="http://schemas.microsoft.com/office/drawing/2014/main" id="{F6EF7EA7-A6D7-98D9-C33E-A3CD49FD2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Children in Need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37958213"/>
      </p:ext>
    </p:extLst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5E8062-5491-4788-A35F-8BEF6FC48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Children in Need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88701-5FB3-46AF-AA79-5DFBF0449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>
                <a:solidFill>
                  <a:schemeClr val="tx1"/>
                </a:solidFill>
              </a:rPr>
              <a:t>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B52AA4-2DB7-4C7A-99AA-093B615C38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Assessment Delays</a:t>
            </a: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D199D52-E902-6550-3499-B10053621B5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146761" y="3442005"/>
            <a:ext cx="3731286" cy="190152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AB54C4-EC05-4411-89AE-C93A257E24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GB" dirty="0"/>
              <a:t>Key Issues Summary</a:t>
            </a:r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936C146-C9E0-4765-07EE-223064CA9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800" y="724196"/>
            <a:ext cx="10515600" cy="850696"/>
          </a:xfrm>
        </p:spPr>
        <p:txBody>
          <a:bodyPr>
            <a:normAutofit fontScale="90000"/>
          </a:bodyPr>
          <a:lstStyle/>
          <a:p>
            <a:r>
              <a:rPr lang="en-US" dirty="0"/>
              <a:t>Big Picture 2: Is pressure rising or falling?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A776E735-C32B-D827-EBC5-17E57BA01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799" y="5373303"/>
            <a:ext cx="515778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Waiting numbers have increased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Delays create safeguarding and escalation risks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FF97390B-7744-C310-0819-DF8774B646BA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6339084" y="2585493"/>
            <a:ext cx="402411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Growing number of open cases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Slower case closures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Increasing assessment waits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Longer case durations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 of sustained future pressure</a:t>
            </a:r>
          </a:p>
        </p:txBody>
      </p:sp>
    </p:spTree>
    <p:extLst>
      <p:ext uri="{BB962C8B-B14F-4D97-AF65-F5344CB8AC3E}">
        <p14:creationId xmlns:p14="http://schemas.microsoft.com/office/powerpoint/2010/main" val="3440486550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E1F16-0552-F853-5D3C-C4FF3801F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07847-0ACC-C080-CA6F-AB504B528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Data Analysis flowchart</a:t>
            </a:r>
            <a:endParaRPr lang="en-US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80F1F5-3D2A-C007-7240-902485C25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Children in Need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14E7A4-F7CE-7801-A9D7-673B09EAE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>
                <a:solidFill>
                  <a:schemeClr val="tx1"/>
                </a:solidFill>
              </a:rPr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3B6D3E70-F759-9B01-90C8-02B27E20F1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8357807"/>
              </p:ext>
            </p:extLst>
          </p:nvPr>
        </p:nvGraphicFramePr>
        <p:xfrm>
          <a:off x="6913563" y="320675"/>
          <a:ext cx="4242117" cy="6144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84381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3400A-9FA7-B9A5-5031-9BE43D8F2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EC598-D7C4-9ABD-DF1D-274A2935B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800" y="724196"/>
            <a:ext cx="10515600" cy="850696"/>
          </a:xfrm>
        </p:spPr>
        <p:txBody>
          <a:bodyPr>
            <a:normAutofit/>
          </a:bodyPr>
          <a:lstStyle/>
          <a:p>
            <a:r>
              <a:rPr lang="en-US" dirty="0"/>
              <a:t>Final Thought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5C0EF5-1ECE-9A0C-AAE2-EC1326D87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8800" y="2327663"/>
            <a:ext cx="4978457" cy="823912"/>
          </a:xfrm>
        </p:spPr>
        <p:txBody>
          <a:bodyPr>
            <a:normAutofit/>
          </a:bodyPr>
          <a:lstStyle/>
          <a:p>
            <a:r>
              <a:rPr lang="en-GB" sz="2000" dirty="0"/>
              <a:t>Solutions &amp; Focus Areas</a:t>
            </a:r>
            <a:endParaRPr lang="en-US" sz="2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5D2D12-DD9F-33D0-3CF8-B97AE0B9D6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91387" y="2739619"/>
            <a:ext cx="5183188" cy="342901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Key Takeaway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815969-753F-48EB-83E5-270C9DFFE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>
                <a:solidFill>
                  <a:schemeClr val="tx1"/>
                </a:solidFill>
              </a:rPr>
              <a:pPr/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DB4295F-89E8-0476-0BB3-F76F1AD59091}"/>
              </a:ext>
            </a:extLst>
          </p:cNvPr>
          <p:cNvSpPr txBox="1">
            <a:spLocks/>
          </p:cNvSpPr>
          <p:nvPr/>
        </p:nvSpPr>
        <p:spPr>
          <a:xfrm>
            <a:off x="1081200" y="2327664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lang="en-US" sz="2500" b="1" i="0" kern="1200" cap="none" dirty="0" smtClean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000" b="1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b="1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b="1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b="1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b="1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b="1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b="1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b="1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F5C0161A-24A1-2833-1824-97F3E555F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800" y="3391936"/>
            <a:ext cx="4728788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/>
              <a:t>Now (0–6 months):</a:t>
            </a:r>
            <a:endParaRPr lang="en-US" sz="1400" dirty="0"/>
          </a:p>
          <a:p>
            <a:r>
              <a:rPr lang="en-US" sz="1400" dirty="0"/>
              <a:t>Clear assessment backlogs</a:t>
            </a:r>
          </a:p>
          <a:p>
            <a:r>
              <a:rPr lang="en-US" sz="1400" dirty="0"/>
              <a:t>Improve case review discipline</a:t>
            </a:r>
          </a:p>
          <a:p>
            <a:endParaRPr lang="en-US" sz="1400" dirty="0"/>
          </a:p>
          <a:p>
            <a:r>
              <a:rPr lang="en-US" sz="1400" b="1" dirty="0"/>
              <a:t>Next (6–18 months):</a:t>
            </a:r>
            <a:endParaRPr lang="en-US" sz="1400" dirty="0"/>
          </a:p>
          <a:p>
            <a:r>
              <a:rPr lang="en-US" sz="1400" dirty="0"/>
              <a:t>Strengthen early help and step-down</a:t>
            </a:r>
          </a:p>
          <a:p>
            <a:r>
              <a:rPr lang="en-US" sz="1400" dirty="0"/>
              <a:t>Target repeat cases</a:t>
            </a:r>
          </a:p>
          <a:p>
            <a:endParaRPr lang="en-US" sz="1400" dirty="0"/>
          </a:p>
          <a:p>
            <a:r>
              <a:rPr lang="en-US" sz="1400" b="1" dirty="0"/>
              <a:t>Later (strategic):</a:t>
            </a:r>
            <a:endParaRPr lang="en-US" sz="1400" dirty="0"/>
          </a:p>
          <a:p>
            <a:r>
              <a:rPr lang="en-US" sz="1400" dirty="0"/>
              <a:t>Workforce stability</a:t>
            </a:r>
          </a:p>
          <a:p>
            <a:r>
              <a:rPr lang="en-US" sz="1400" dirty="0"/>
              <a:t>Multi-agency demand reduction</a:t>
            </a:r>
          </a:p>
        </p:txBody>
      </p:sp>
      <p:sp>
        <p:nvSpPr>
          <p:cNvPr id="37" name="Rectangle 5">
            <a:extLst>
              <a:ext uri="{FF2B5EF4-FFF2-40B4-BE49-F238E27FC236}">
                <a16:creationId xmlns:a16="http://schemas.microsoft.com/office/drawing/2014/main" id="{5B8B1021-847B-A281-3A16-F04626C16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2274" y="6094511"/>
            <a:ext cx="498516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Rectangle 7">
            <a:extLst>
              <a:ext uri="{FF2B5EF4-FFF2-40B4-BE49-F238E27FC236}">
                <a16:creationId xmlns:a16="http://schemas.microsoft.com/office/drawing/2014/main" id="{C676E3C4-B2F2-CDCB-E087-C39A6A6DA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987" y="3506781"/>
            <a:ext cx="526645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400" dirty="0"/>
              <a:t>Somerset’s Children in Need data shows rising pressure driven by slower case closures, growing open caseloads, and assessment delays, particularly following the move to a unitary authority.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088AA74B-004E-A7E9-6799-BCB228B55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Children in Need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2777441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5BCE0-C492-45D1-B14B-D698228DC0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630158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9fc9171bb41dc08635275f351de8590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29387215989a890c06011de04edfe97d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242AFFF-C96F-4C05-9045-3240A5329ECA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817F9CC6-F7CA-41EA-81DA-97EFF19429B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04F5DC0-7B0F-411B-A0C5-A1B1D5EB33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607</TotalTime>
  <Words>303</Words>
  <Application>Microsoft Office PowerPoint</Application>
  <PresentationFormat>Widescreen</PresentationFormat>
  <Paragraphs>63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Wingdings 3</vt:lpstr>
      <vt:lpstr>Calibri</vt:lpstr>
      <vt:lpstr>Century Gothic</vt:lpstr>
      <vt:lpstr>Arial</vt:lpstr>
      <vt:lpstr>Slice</vt:lpstr>
      <vt:lpstr>Children in Need in Somerset: Trends, Pressures and Implications</vt:lpstr>
      <vt:lpstr>Data &amp; Scope</vt:lpstr>
      <vt:lpstr>Big Picture 1: Is pressure rising or falling?</vt:lpstr>
      <vt:lpstr>Big Picture 2: Is pressure rising or falling?</vt:lpstr>
      <vt:lpstr>Data Analysis flowchart</vt:lpstr>
      <vt:lpstr>Final Thought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Gbemi Akindeji</dc:creator>
  <cp:lastModifiedBy>Gbemi Akindeji</cp:lastModifiedBy>
  <cp:revision>9</cp:revision>
  <dcterms:created xsi:type="dcterms:W3CDTF">2026-01-17T21:51:19Z</dcterms:created>
  <dcterms:modified xsi:type="dcterms:W3CDTF">2026-01-20T20:37:04Z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